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3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18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82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7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48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59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70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3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7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9661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04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204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61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41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0E9FB-414C-4036-BFDA-49F03319608C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46C9204-E3BA-4E7F-8EDE-67CD39D9A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3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0163" y="360608"/>
            <a:ext cx="9714449" cy="6336406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 err="1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h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r-PK" sz="8000" dirty="0">
                <a:solidFill>
                  <a:srgbClr val="FF000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وحی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(Revelation) and its nature</a:t>
            </a:r>
          </a:p>
        </p:txBody>
      </p:sp>
    </p:spTree>
    <p:extLst>
      <p:ext uri="{BB962C8B-B14F-4D97-AF65-F5344CB8AC3E}">
        <p14:creationId xmlns:p14="http://schemas.microsoft.com/office/powerpoint/2010/main" val="29158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revelation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1634" y="2236631"/>
            <a:ext cx="8915400" cy="3777622"/>
          </a:xfrm>
        </p:spPr>
        <p:txBody>
          <a:bodyPr>
            <a:normAutofit/>
          </a:bodyPr>
          <a:lstStyle/>
          <a:p>
            <a:r>
              <a:rPr lang="ar-SA" sz="2400" u="sng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'الْإِعْلَام فِي خَفَاء</a:t>
            </a:r>
            <a:r>
              <a:rPr lang="ar-SA" sz="2400" b="1" dirty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'۔ </a:t>
            </a:r>
            <a:r>
              <a:rPr lang="ar-SA" sz="2400" b="1" dirty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(پوشیدہ بات کی خبر دینا)۔</a:t>
            </a:r>
            <a:endParaRPr lang="en-US" sz="2400" b="1" dirty="0">
              <a:solidFill>
                <a:schemeClr val="tx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divine disclosure to humans of something relating to human existence.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surprising and previously unknown fact that has been disclosed to others.</a:t>
            </a:r>
          </a:p>
          <a:p>
            <a:pPr lvl="0"/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word of God revealed to one of his prophets and messengers.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ar-SA" sz="2400" b="1" dirty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 </a:t>
            </a:r>
            <a:r>
              <a:rPr lang="ar-SA" sz="2400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'هُوَ كَلَام الله الْمنزل على نَبِي من أنبيائه وَالرَّسُول'۔</a:t>
            </a:r>
            <a:endParaRPr lang="en-US" sz="24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-103031" y="1077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45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Wahy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ur-PK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وحی متلو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the revelation which God has transmitted in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own words and speech, for example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Holy Quran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essential that such revealed words should be recited in the same accent, language and pronunciation as they were revealed. Thus even after 1450 years Quran has remained unchanged.</a:t>
            </a:r>
          </a:p>
        </p:txBody>
      </p:sp>
    </p:spTree>
    <p:extLst>
      <p:ext uri="{BB962C8B-B14F-4D97-AF65-F5344CB8AC3E}">
        <p14:creationId xmlns:p14="http://schemas.microsoft.com/office/powerpoint/2010/main" val="598836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Wahy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Ghair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ur-PK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وحی غیرِ متلو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revelation which Allah projected in the heart of the Holy Prophet </a:t>
            </a:r>
            <a:r>
              <a:rPr 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ﷺ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are not the words of the Almighty, but the Holy Prophet (PBUH) transmitted these revealed proclamations to the people in his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 words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sometimes in both actions and words.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89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in this world is a matter of test.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is assigned with certain duties…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should make the best use of this world….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struggling and working in this world ….man should keep the injunctions of Allah in sight and do nothing that goes against the will of Allah.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these things, one must have knowledge.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64154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latin typeface="+mn-lt"/>
              </a:rPr>
              <a:t>Main sources of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Man’s senses…eyes, nose, ears, mouth, feet and hands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reason…</a:t>
            </a:r>
            <a:r>
              <a:rPr lang="ur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(عقل)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75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modes of descent (</a:t>
            </a:r>
            <a:r>
              <a:rPr lang="ur-PK" dirty="0">
                <a:solidFill>
                  <a:srgbClr val="FF000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نزولِ وحی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main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modes or forms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descent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 Chiming of Bells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Sayyidah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Aishah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Allahu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says that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Sayyidna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Allahu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once asked the Holy Prophet (Sal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Allahu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Alayhi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how 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came to 	him. The Holy Prophet (Sal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Allahu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Alayhi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said 	“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	times when I hear something like the chiming of 	bells and this mode of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Wahy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	the 	hardest on me.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the chiming ends, the revelation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committed to my 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	And 	there are times when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angel appears before 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	the shape of a man and talks 	to me.”</a:t>
            </a:r>
          </a:p>
        </p:txBody>
      </p:sp>
    </p:spTree>
    <p:extLst>
      <p:ext uri="{BB962C8B-B14F-4D97-AF65-F5344CB8AC3E}">
        <p14:creationId xmlns:p14="http://schemas.microsoft.com/office/powerpoint/2010/main" val="83620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There were times </a:t>
            </a:r>
            <a:r>
              <a:rPr lang="en-US" b="1" dirty="0">
                <a:solidFill>
                  <a:srgbClr val="FF0000"/>
                </a:solidFill>
              </a:rPr>
              <a:t>when a low-</a:t>
            </a:r>
            <a:r>
              <a:rPr lang="en-US" b="1" dirty="0" err="1">
                <a:solidFill>
                  <a:srgbClr val="FF0000"/>
                </a:solidFill>
              </a:rPr>
              <a:t>volumed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sound of this </a:t>
            </a:r>
            <a:r>
              <a:rPr lang="en-US" dirty="0" err="1"/>
              <a:t>Wahy</a:t>
            </a:r>
            <a:r>
              <a:rPr lang="en-US" dirty="0"/>
              <a:t> was sensed by others as well. </a:t>
            </a:r>
            <a:r>
              <a:rPr lang="en-US" dirty="0" err="1"/>
              <a:t>Sayyidna</a:t>
            </a:r>
            <a:r>
              <a:rPr lang="en-US" dirty="0"/>
              <a:t> Umar (</a:t>
            </a:r>
            <a:r>
              <a:rPr lang="en-US" dirty="0" err="1"/>
              <a:t>Radhi</a:t>
            </a:r>
            <a:r>
              <a:rPr lang="en-US" dirty="0"/>
              <a:t> </a:t>
            </a:r>
            <a:r>
              <a:rPr lang="en-US" dirty="0" err="1"/>
              <a:t>Allahu</a:t>
            </a:r>
            <a:r>
              <a:rPr lang="en-US" dirty="0"/>
              <a:t> </a:t>
            </a:r>
            <a:r>
              <a:rPr lang="en-US" dirty="0" err="1"/>
              <a:t>Anhu</a:t>
            </a:r>
            <a:r>
              <a:rPr lang="en-US" dirty="0"/>
              <a:t>) says, “When </a:t>
            </a:r>
            <a:r>
              <a:rPr lang="en-US" dirty="0" err="1"/>
              <a:t>Wahy</a:t>
            </a:r>
            <a:r>
              <a:rPr lang="en-US" dirty="0"/>
              <a:t> came to the Prophet (Sal </a:t>
            </a:r>
            <a:r>
              <a:rPr lang="en-US" dirty="0" err="1"/>
              <a:t>Allahu</a:t>
            </a:r>
            <a:r>
              <a:rPr lang="en-US" dirty="0"/>
              <a:t> </a:t>
            </a:r>
            <a:r>
              <a:rPr lang="en-US" dirty="0" err="1"/>
              <a:t>Alayhi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Sallam</a:t>
            </a:r>
            <a:r>
              <a:rPr lang="en-US" dirty="0"/>
              <a:t>), a </a:t>
            </a:r>
            <a:r>
              <a:rPr lang="en-US" b="1" dirty="0">
                <a:solidFill>
                  <a:srgbClr val="FF0000"/>
                </a:solidFill>
              </a:rPr>
              <a:t>sound similar </a:t>
            </a:r>
            <a:r>
              <a:rPr lang="en-US" dirty="0"/>
              <a:t>to the </a:t>
            </a:r>
            <a:r>
              <a:rPr lang="en-US" b="1" dirty="0">
                <a:solidFill>
                  <a:srgbClr val="FF0000"/>
                </a:solidFill>
              </a:rPr>
              <a:t>buzzing of honey-bees </a:t>
            </a:r>
            <a:r>
              <a:rPr lang="en-US" dirty="0"/>
              <a:t>could be heard close to the Prophet’s (Sal </a:t>
            </a:r>
            <a:r>
              <a:rPr lang="en-US" dirty="0" err="1"/>
              <a:t>Allahu</a:t>
            </a:r>
            <a:r>
              <a:rPr lang="en-US" dirty="0"/>
              <a:t> </a:t>
            </a:r>
            <a:r>
              <a:rPr lang="en-US" dirty="0" err="1"/>
              <a:t>Alayhi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Sallam</a:t>
            </a:r>
            <a:r>
              <a:rPr lang="en-US" dirty="0"/>
              <a:t>) most bright face.” </a:t>
            </a:r>
          </a:p>
          <a:p>
            <a:pPr marL="0" indent="0">
              <a:buNone/>
            </a:pPr>
            <a:r>
              <a:rPr lang="en-US" sz="1400" dirty="0"/>
              <a:t>(</a:t>
            </a:r>
            <a:r>
              <a:rPr lang="en-US" sz="1400" dirty="0" err="1"/>
              <a:t>Tabwib</a:t>
            </a:r>
            <a:r>
              <a:rPr lang="en-US" sz="1400" dirty="0"/>
              <a:t> </a:t>
            </a:r>
            <a:r>
              <a:rPr lang="en-US" sz="1400" dirty="0" err="1"/>
              <a:t>Musnad</a:t>
            </a:r>
            <a:r>
              <a:rPr lang="en-US" sz="1400" dirty="0"/>
              <a:t> Ahmad, </a:t>
            </a:r>
            <a:r>
              <a:rPr lang="en-US" sz="1400" dirty="0" err="1"/>
              <a:t>Kitab</a:t>
            </a:r>
            <a:r>
              <a:rPr lang="en-US" sz="1400" dirty="0"/>
              <a:t> al-</a:t>
            </a:r>
            <a:r>
              <a:rPr lang="en-US" sz="1400" dirty="0" err="1"/>
              <a:t>Sirah</a:t>
            </a:r>
            <a:r>
              <a:rPr lang="en-US" sz="1400" dirty="0"/>
              <a:t> al-</a:t>
            </a:r>
            <a:r>
              <a:rPr lang="en-US" sz="1400" dirty="0" err="1"/>
              <a:t>Nabaviyah</a:t>
            </a:r>
            <a:r>
              <a:rPr lang="en-US" sz="1400" dirty="0"/>
              <a:t>,)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2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457200" indent="-457200">
              <a:buAutoNum type="arabicPeriod" startAt="2"/>
            </a:pPr>
            <a:r>
              <a:rPr lang="en-US" sz="2400" dirty="0" err="1"/>
              <a:t>Jibrail</a:t>
            </a:r>
            <a:r>
              <a:rPr lang="en-US" sz="2400" dirty="0"/>
              <a:t> (</a:t>
            </a:r>
            <a:r>
              <a:rPr lang="en-US" sz="2400" dirty="0" err="1"/>
              <a:t>Alayhis</a:t>
            </a:r>
            <a:r>
              <a:rPr lang="en-US" sz="2400" dirty="0"/>
              <a:t> Salam) in Human Form</a:t>
            </a:r>
          </a:p>
          <a:p>
            <a:pPr marL="0" indent="0">
              <a:buNone/>
            </a:pPr>
            <a:r>
              <a:rPr lang="en-US" sz="2400" dirty="0"/>
              <a:t>3. </a:t>
            </a:r>
            <a:r>
              <a:rPr lang="en-US" sz="2400" dirty="0" err="1"/>
              <a:t>Jibrail</a:t>
            </a:r>
            <a:r>
              <a:rPr lang="en-US" sz="2400" dirty="0"/>
              <a:t> (</a:t>
            </a:r>
            <a:r>
              <a:rPr lang="en-US" sz="2400" dirty="0" err="1"/>
              <a:t>Alayhis</a:t>
            </a:r>
            <a:r>
              <a:rPr lang="en-US" sz="2400" dirty="0"/>
              <a:t> Salam) in Angelic Form</a:t>
            </a:r>
          </a:p>
          <a:p>
            <a:pPr marL="0" indent="0">
              <a:buNone/>
            </a:pPr>
            <a:r>
              <a:rPr lang="en-US" sz="2400" dirty="0"/>
              <a:t>4. Conversation with Allah Almighty</a:t>
            </a:r>
          </a:p>
          <a:p>
            <a:pPr marL="0" indent="0">
              <a:buNone/>
            </a:pPr>
            <a:r>
              <a:rPr lang="en-US" sz="2400" dirty="0"/>
              <a:t>5. Blowing into the Heart. This is technically known as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ur-PK" sz="2400" dirty="0"/>
              <a:t> </a:t>
            </a:r>
            <a:r>
              <a:rPr lang="en-US" sz="2400" dirty="0"/>
              <a:t>( </a:t>
            </a:r>
            <a:r>
              <a:rPr lang="ur-PK" sz="2400" dirty="0"/>
              <a:t>نفث فی الروع</a:t>
            </a:r>
            <a:r>
              <a:rPr lang="en-US" sz="2400" dirty="0"/>
              <a:t>)blowing into hearts.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463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618"/>
            <a:ext cx="12192000" cy="6880618"/>
          </a:xfrm>
        </p:spPr>
      </p:pic>
    </p:spTree>
    <p:extLst>
      <p:ext uri="{BB962C8B-B14F-4D97-AF65-F5344CB8AC3E}">
        <p14:creationId xmlns:p14="http://schemas.microsoft.com/office/powerpoint/2010/main" val="12770744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316</TotalTime>
  <Words>574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 Majeed Quranic Font</vt:lpstr>
      <vt:lpstr>Arial</vt:lpstr>
      <vt:lpstr>Century Gothic</vt:lpstr>
      <vt:lpstr>Courier New</vt:lpstr>
      <vt:lpstr>Jameel Noori Nastaleeq</vt:lpstr>
      <vt:lpstr>Times New Roman</vt:lpstr>
      <vt:lpstr>Wingdings 3</vt:lpstr>
      <vt:lpstr>Wisp</vt:lpstr>
      <vt:lpstr>Wahy وحی(Revelation) and its nature</vt:lpstr>
      <vt:lpstr>Definition of revelation (Wahy)</vt:lpstr>
      <vt:lpstr>Types of Wahy</vt:lpstr>
      <vt:lpstr>Types of Wahy</vt:lpstr>
      <vt:lpstr>The need for Wahy</vt:lpstr>
      <vt:lpstr>Main sources of knowledge</vt:lpstr>
      <vt:lpstr>The modes of descent (نزولِ وحی)</vt:lpstr>
      <vt:lpstr>continued</vt:lpstr>
      <vt:lpstr>continued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Wahy وحی(Revelation) and its nature</dc:title>
  <dc:creator>Anwar</dc:creator>
  <cp:lastModifiedBy>qanmber ali</cp:lastModifiedBy>
  <cp:revision>19</cp:revision>
  <dcterms:created xsi:type="dcterms:W3CDTF">2022-08-22T13:01:06Z</dcterms:created>
  <dcterms:modified xsi:type="dcterms:W3CDTF">2023-01-30T04:19:54Z</dcterms:modified>
</cp:coreProperties>
</file>