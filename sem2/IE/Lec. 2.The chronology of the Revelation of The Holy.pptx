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194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93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13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2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0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6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9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7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1703FA7-2D22-4246-B5DF-E636CB8CEA33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143D619-00DC-4EB2-AC58-AC9B7B46080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9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chronology of the Revelation of The Holy Quran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3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Secured in Preserved Tablet</a:t>
            </a:r>
            <a:endParaRPr lang="en-US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r>
              <a:rPr lang="ur-PK" sz="40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r>
              <a:rPr lang="ar-SA" sz="40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بَلْ </a:t>
            </a:r>
            <a:r>
              <a:rPr lang="ar-SA" sz="40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هُوَ قُرْاٰنٌ مَّجِیْدٌۙ(۲۱)فِیْ لَوْحٍ مَّحْفُوْظٍ۠(۲۲</a:t>
            </a:r>
            <a:r>
              <a:rPr lang="ar-SA" sz="40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)</a:t>
            </a:r>
            <a:r>
              <a:rPr lang="ur-PK" sz="40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r>
              <a:rPr lang="ur-PK" sz="12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سورہ البروج</a:t>
            </a:r>
            <a:r>
              <a:rPr lang="en-US" sz="12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endParaRPr lang="ur-PK" sz="1200" dirty="0" smtClean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  <a:p>
            <a:pPr algn="ctr"/>
            <a:r>
              <a:rPr lang="en-US" sz="4000" b="1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Rather, it is the glorious Quran in the Preserved Tablets</a:t>
            </a:r>
            <a:endParaRPr lang="en-US" sz="4000" b="1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630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Descension took place </a:t>
            </a:r>
            <a:r>
              <a:rPr lang="en-US" b="1" u="sng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twice</a:t>
            </a:r>
            <a:endParaRPr lang="en-US" b="1" u="sng" dirty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737360"/>
            <a:ext cx="10712647" cy="4508894"/>
          </a:xfrm>
        </p:spPr>
        <p:txBody>
          <a:bodyPr anchor="ctr">
            <a:noAutofit/>
          </a:bodyPr>
          <a:lstStyle/>
          <a:p>
            <a:pPr marL="806958" lvl="1" indent="-514350">
              <a:buFont typeface="+mj-lt"/>
              <a:buAutoNum type="arabicPeriod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of it had been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from 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“Bait </a:t>
            </a:r>
            <a:r>
              <a:rPr lang="en-US" sz="2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Izzah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“Bait-</a:t>
            </a:r>
            <a:r>
              <a:rPr lang="en-US" sz="2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Mamoor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place of worship for angels that exists in the firmament facing </a:t>
            </a:r>
            <a:r>
              <a:rPr lang="en-US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ka’aba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5518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descending took place at the night of </a:t>
            </a:r>
            <a:r>
              <a:rPr lang="en-US" sz="2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Qadr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descending aimed to demonstrate the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exalted majesty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Quran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to tell the angels the finality of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rophet Muhammad </a:t>
            </a:r>
            <a:r>
              <a:rPr lang="ur-PK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ﷺ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this book.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time, it was revealed to the Holy Prophet gradually </a:t>
            </a:r>
            <a:r>
              <a:rPr lang="en-US" sz="2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needed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Two-timed descending also aimed at stressing that this book is beyond all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doubts.</a:t>
            </a:r>
          </a:p>
          <a:p>
            <a:pPr marL="0" indent="0">
              <a:buNone/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90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Continued</a:t>
            </a:r>
            <a:endParaRPr lang="en-US" b="1" u="sng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 It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preserved in two more places than the blessed heart of the 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Prohphet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ur-PK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ﷺ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in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years.</a:t>
            </a:r>
          </a:p>
          <a:p>
            <a:pPr marL="457200" indent="-457200">
              <a:buAutoNum type="arabicPeriod" startAt="8"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descending began at the age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year.</a:t>
            </a:r>
          </a:p>
          <a:p>
            <a:pPr marL="457200" indent="-457200">
              <a:buFont typeface="Calibri" panose="020F0502020204030204" pitchFamily="34" charset="0"/>
              <a:buAutoNum type="arabicPeriod" startAt="8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descending of the Holy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quran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month of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Ramadhan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However, the exact date is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28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Ramadhan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day of the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Battle of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Badr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28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Ramadhan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8"/>
            </a:pP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8"/>
            </a:pP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64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The verses that come first</a:t>
            </a:r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  <a:endParaRPr lang="en-US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Dreams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Seclusion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Angel came in </a:t>
            </a:r>
            <a:r>
              <a:rPr lang="en-US" sz="26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Cave of </a:t>
            </a:r>
            <a:r>
              <a:rPr lang="en-US" sz="2600" dirty="0" err="1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Hira</a:t>
            </a:r>
            <a:r>
              <a:rPr lang="en-US" sz="26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968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1340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Continued</a:t>
            </a:r>
            <a:endParaRPr lang="en-US" b="1" u="sng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13" y="1700012"/>
            <a:ext cx="11397801" cy="5370490"/>
          </a:xfrm>
        </p:spPr>
        <p:txBody>
          <a:bodyPr anchor="ctr"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very first verses to come were the </a:t>
            </a:r>
            <a:r>
              <a:rPr lang="en-US" sz="11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five </a:t>
            </a:r>
            <a:r>
              <a:rPr lang="en-US" sz="1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verses of </a:t>
            </a:r>
            <a:r>
              <a:rPr lang="en-US" sz="1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Surah Al-</a:t>
            </a:r>
            <a:r>
              <a:rPr lang="en-US" sz="11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Alaq</a:t>
            </a:r>
            <a:r>
              <a:rPr lang="en-US" sz="1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r-PK" sz="11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ar-SA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’’اِقْرَاْ بِاسْمِ رَبِّكَ الَّذِیْ خَلَقَۚ(</a:t>
            </a:r>
            <a:r>
              <a:rPr lang="fa-IR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۱) </a:t>
            </a:r>
            <a:r>
              <a:rPr lang="ar-SA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خَلَقَ الْاِنْسَانَ مِنْ عَلَقٍۚ(</a:t>
            </a:r>
            <a:r>
              <a:rPr lang="fa-IR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۲)</a:t>
            </a:r>
            <a:r>
              <a:rPr lang="ar-SA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اِقْرَاْ وَ رَبُّكَ الْاَكْرَمُۙ(</a:t>
            </a:r>
            <a:r>
              <a:rPr lang="fa-IR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۳) </a:t>
            </a:r>
            <a:r>
              <a:rPr lang="ar-SA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الَّذِیْ عَلَّمَ بِالْقَلَمِۙ(</a:t>
            </a:r>
            <a:r>
              <a:rPr lang="fa-IR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۴) </a:t>
            </a:r>
            <a:r>
              <a:rPr lang="ar-SA" sz="11200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عَلَّمَ الْاِنْسَانَ مَا لَمْ یَعْلَمْ</a:t>
            </a:r>
            <a:r>
              <a:rPr lang="ar-SA" sz="11200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‘‘</a:t>
            </a:r>
            <a:endParaRPr lang="en-US" sz="11200" dirty="0" smtClean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Recite: In </a:t>
            </a:r>
            <a:r>
              <a:rPr lang="en-US" sz="11200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the Name of your Lord, who created</a:t>
            </a: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Created man from a clinging clot</a:t>
            </a: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 Read: And your Lord is the Most Generous</a:t>
            </a: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He Who taught by the pen</a:t>
            </a: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.</a:t>
            </a:r>
            <a:r>
              <a:rPr lang="en-US" sz="11200" dirty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Taught man what he never knew.</a:t>
            </a:r>
            <a:endParaRPr lang="en-US" sz="11200" dirty="0" smtClean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2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	</a:t>
            </a:r>
            <a:endParaRPr lang="en-US" sz="11200" dirty="0">
              <a:solidFill>
                <a:schemeClr val="tx1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909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13408"/>
          </a:xfrm>
        </p:spPr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Wahy</a:t>
            </a:r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discontinued for </a:t>
            </a:r>
            <a:r>
              <a:rPr lang="en-US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three years</a:t>
            </a:r>
            <a:endParaRPr lang="en-US" b="1" u="sng" dirty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432" y="1957589"/>
            <a:ext cx="10158855" cy="414699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The </a:t>
            </a:r>
            <a:r>
              <a:rPr lang="en-US" sz="2400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wahy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discontinued for three years.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This era of discontinuation is also know as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“Time of </a:t>
            </a:r>
            <a:r>
              <a:rPr lang="en-US" sz="2400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Fatrah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”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Then the same angel the Prophet Muhammad </a:t>
            </a:r>
            <a:r>
              <a:rPr lang="ur-PK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ﷺ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had seen in the cave of  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   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came again and recited before him the verses of </a:t>
            </a:r>
            <a:r>
              <a:rPr lang="en-US" sz="2400" b="1" i="1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Surah </a:t>
            </a:r>
            <a:r>
              <a:rPr lang="en-US" sz="2400" b="1" i="1" dirty="0" err="1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Muddathir</a:t>
            </a:r>
            <a:r>
              <a:rPr lang="en-US" sz="2400" b="1" i="1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.</a:t>
            </a:r>
          </a:p>
          <a:p>
            <a:pPr marL="0" indent="0">
              <a:buNone/>
            </a:pPr>
            <a:endParaRPr lang="en-US" sz="2400" b="1" i="1" dirty="0">
              <a:solidFill>
                <a:srgbClr val="FF0000"/>
              </a:solidFill>
              <a:latin typeface="Cambria" panose="02040503050406030204" pitchFamily="18" charset="0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7699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1340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The </a:t>
            </a:r>
            <a:r>
              <a:rPr lang="en-US" dirty="0" err="1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and </a:t>
            </a:r>
            <a:r>
              <a:rPr lang="en-US" dirty="0" err="1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Verses</a:t>
            </a:r>
            <a:endParaRPr lang="en-US" b="1" u="sng" dirty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Verses revealed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before migration to Medina </a:t>
            </a:r>
            <a:r>
              <a:rPr lang="en-US" dirty="0" smtClean="0">
                <a:latin typeface="Cambria" panose="02040503050406030204" pitchFamily="18" charset="0"/>
              </a:rPr>
              <a:t>are called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“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Suras</a:t>
            </a:r>
            <a:r>
              <a:rPr lang="en-US" dirty="0" smtClean="0">
                <a:latin typeface="Cambria" panose="02040503050406030204" pitchFamily="18" charset="0"/>
              </a:rPr>
              <a:t>” even in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Arafat</a:t>
            </a:r>
            <a:r>
              <a:rPr lang="en-US" dirty="0" smtClean="0">
                <a:latin typeface="Cambria" panose="02040503050406030204" pitchFamily="18" charset="0"/>
              </a:rPr>
              <a:t>,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Mina</a:t>
            </a:r>
            <a:r>
              <a:rPr lang="en-US" dirty="0" smtClean="0">
                <a:latin typeface="Cambria" panose="02040503050406030204" pitchFamily="18" charset="0"/>
              </a:rPr>
              <a:t> or during the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journey of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Mairaj</a:t>
            </a:r>
            <a:r>
              <a:rPr lang="en-US" dirty="0" smtClean="0">
                <a:latin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Verses revealed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after the migration to Medina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is called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“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Madani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Suras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”.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Some verses revealed during the journey to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M.edina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are also “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”</a:t>
            </a:r>
          </a:p>
          <a:p>
            <a:pPr marL="0" indent="0" algn="ctr">
              <a:buNone/>
            </a:pPr>
            <a:r>
              <a:rPr lang="ar-SA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اِنَّ اللّٰهَ یَاْمُرُكُمْ اَنْ تُؤَدُّوا الْاَمٰنٰتِ اِلٰۤى </a:t>
            </a:r>
            <a:r>
              <a:rPr lang="ar-SA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اَهْلِهَاۙ</a:t>
            </a:r>
            <a:endParaRPr lang="ur-PK" dirty="0" smtClean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Surely, Allah commands you to fulfil trust obligation towards those entitled to them.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This verse is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although it was revealed in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Makkah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6121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033145" y="4533363"/>
            <a:ext cx="10158855" cy="4146998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b="1" i="1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sz="240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The difference betwee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n Makki and Madani verses.</a:t>
            </a:r>
            <a:endParaRPr lang="en-US" sz="2400" b="1" i="1" dirty="0">
              <a:solidFill>
                <a:srgbClr val="FF0000"/>
              </a:solidFill>
              <a:latin typeface="Cambria" panose="02040503050406030204" pitchFamily="18" charset="0"/>
              <a:cs typeface="Al Majeed Quranic Font" panose="02010000000000000000" pitchFamily="2" charset="-78"/>
            </a:endParaRPr>
          </a:p>
        </p:txBody>
      </p:sp>
      <p:pic>
        <p:nvPicPr>
          <p:cNvPr id="5" name="Picture 2" descr="Haram Boundary Makka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map of Medi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20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37" y="286603"/>
            <a:ext cx="10261884" cy="558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0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Characteristics of </a:t>
            </a:r>
            <a:r>
              <a:rPr lang="en-US" sz="4400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Makki</a:t>
            </a:r>
            <a:r>
              <a:rPr lang="en-US" sz="4400" dirty="0" smtClean="0">
                <a:latin typeface="Cambria" panose="02040503050406030204" pitchFamily="18" charset="0"/>
              </a:rPr>
              <a:t> </a:t>
            </a:r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and </a:t>
            </a:r>
            <a:r>
              <a:rPr lang="en-US" sz="4400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Madani</a:t>
            </a:r>
            <a:r>
              <a:rPr lang="en-US" sz="4400" dirty="0" smtClean="0">
                <a:latin typeface="Cambria" panose="02040503050406030204" pitchFamily="18" charset="0"/>
              </a:rPr>
              <a:t> </a:t>
            </a:r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Verses.</a:t>
            </a:r>
            <a:endParaRPr lang="en-US" sz="4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99256"/>
            <a:ext cx="10058400" cy="3769838"/>
          </a:xfrm>
        </p:spPr>
        <p:txBody>
          <a:bodyPr anchor="ctr"/>
          <a:lstStyle/>
          <a:p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Some of the </a:t>
            </a:r>
            <a:r>
              <a:rPr lang="en-US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universal rules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are as follow: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Every surah in which the word </a:t>
            </a:r>
            <a:r>
              <a:rPr lang="en-US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“</a:t>
            </a:r>
            <a:r>
              <a:rPr lang="ur-PK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کلا</a:t>
            </a:r>
            <a:r>
              <a:rPr lang="en-US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”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appears is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 This word used </a:t>
            </a:r>
            <a:r>
              <a:rPr lang="en-US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33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times in </a:t>
            </a:r>
            <a:r>
              <a:rPr lang="en-US" b="1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15 verses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           (</a:t>
            </a:r>
            <a:r>
              <a:rPr lang="en-US" b="1" u="sng" dirty="0" smtClean="0">
                <a:solidFill>
                  <a:schemeClr val="tx1"/>
                </a:solidFill>
                <a:latin typeface="Cambria" panose="02040503050406030204" pitchFamily="18" charset="0"/>
              </a:rPr>
              <a:t>  </a:t>
            </a:r>
            <a:r>
              <a:rPr lang="en-US" u="sng" dirty="0" smtClean="0">
                <a:solidFill>
                  <a:srgbClr val="FF0000"/>
                </a:solidFill>
                <a:latin typeface="Cambria" panose="02040503050406030204" pitchFamily="18" charset="0"/>
              </a:rPr>
              <a:t>All these are in the last half of the Quran.</a:t>
            </a:r>
            <a:r>
              <a:rPr lang="en-US" u="sng" dirty="0" smtClean="0">
                <a:solidFill>
                  <a:schemeClr val="tx1"/>
                </a:solidFill>
                <a:latin typeface="Cambria" panose="020405030504060302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Verse of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sajda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are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Surahs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, According to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Hanafi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school of thought.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Surah having the story of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Adam</a:t>
            </a:r>
            <a:r>
              <a:rPr lang="ur-PK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 (A.S) and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Iblees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,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except Surah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Baqara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, is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Having permission of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Jihad is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Mentioning the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hypocrites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of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Madina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is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b="1" u="sng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986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Characteristics of </a:t>
            </a:r>
            <a:r>
              <a:rPr lang="en-US" sz="4400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Makki</a:t>
            </a:r>
            <a:r>
              <a:rPr lang="en-US" sz="4400" dirty="0" smtClean="0">
                <a:latin typeface="Cambria" panose="02040503050406030204" pitchFamily="18" charset="0"/>
              </a:rPr>
              <a:t> </a:t>
            </a:r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and </a:t>
            </a:r>
            <a:r>
              <a:rPr lang="en-US" sz="4400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Madani</a:t>
            </a:r>
            <a:r>
              <a:rPr lang="en-US" sz="4400" dirty="0" smtClean="0">
                <a:latin typeface="Cambria" panose="02040503050406030204" pitchFamily="18" charset="0"/>
              </a:rPr>
              <a:t> </a:t>
            </a:r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Verses. </a:t>
            </a:r>
            <a:r>
              <a:rPr lang="en-US" sz="2800" dirty="0" smtClean="0">
                <a:solidFill>
                  <a:schemeClr val="tx1"/>
                </a:solidFill>
                <a:latin typeface="Cambria" panose="02040503050406030204" pitchFamily="18" charset="0"/>
              </a:rPr>
              <a:t>(continued)</a:t>
            </a:r>
            <a:endParaRPr lang="en-US" sz="28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131734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General and mostly frequent characteristics.</a:t>
            </a:r>
          </a:p>
          <a:p>
            <a:pPr marL="457200" indent="-457200">
              <a:buFont typeface="+mj-lt"/>
              <a:buAutoNum type="arabicPeriod"/>
            </a:pPr>
            <a:r>
              <a:rPr lang="ar-SA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یٰۤاَیُّهَا النَّاسُ</a:t>
            </a:r>
            <a:r>
              <a:rPr lang="ar-SA" dirty="0"/>
              <a:t> </a:t>
            </a:r>
            <a:r>
              <a:rPr lang="ar-SA" dirty="0" smtClean="0"/>
              <a:t> </a:t>
            </a:r>
            <a:r>
              <a:rPr lang="en-US" dirty="0"/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surah</a:t>
            </a:r>
          </a:p>
          <a:p>
            <a:pPr marL="457200" indent="-457200">
              <a:buFont typeface="+mj-lt"/>
              <a:buAutoNum type="arabicPeriod"/>
            </a:pPr>
            <a:r>
              <a:rPr lang="ar-SA" dirty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یٰۤاَیُّهَا الَّذِیْنَ </a:t>
            </a:r>
            <a:r>
              <a:rPr lang="ar-SA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اٰمَنُوْۤا</a:t>
            </a:r>
            <a:r>
              <a:rPr lang="en-US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surah..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surahs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are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short and brief 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while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surahs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and chapter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are long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The subject of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suras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are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Oneness of Allah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Prophethood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Qayamah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…affirmation of life hereafter, panorama of resurrection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, while in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surahs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  <a:cs typeface="Al Majeed Quranic Font" panose="02010000000000000000" pitchFamily="2" charset="-78"/>
              </a:rPr>
              <a:t> family, social laws, jihad etc.</a:t>
            </a:r>
            <a:endParaRPr lang="en-US" dirty="0" smtClean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In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makki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suras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, the confrontation is with </a:t>
            </a:r>
            <a:r>
              <a:rPr lang="en-US" dirty="0" err="1" smtClean="0">
                <a:solidFill>
                  <a:srgbClr val="FF0000"/>
                </a:solidFill>
                <a:latin typeface="Cambria" panose="02040503050406030204" pitchFamily="18" charset="0"/>
              </a:rPr>
              <a:t>idiolaters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,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while in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madani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Cambria" panose="02040503050406030204" pitchFamily="18" charset="0"/>
              </a:rPr>
              <a:t>suras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 is with the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people of books, hypocrites</a:t>
            </a: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30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Cambria" panose="02040503050406030204" pitchFamily="18" charset="0"/>
              </a:rPr>
              <a:t>The gradual revelation of the Holy Quran</a:t>
            </a:r>
            <a:endParaRPr lang="en-US" sz="28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131734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Cambria" panose="02040503050406030204" pitchFamily="18" charset="0"/>
              </a:rPr>
              <a:t>Many purpose…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60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ur-PK" sz="6000" b="1" u="sng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جزاکم اللہ خیرا</a:t>
            </a:r>
          </a:p>
          <a:p>
            <a:pPr algn="ctr"/>
            <a:r>
              <a:rPr lang="en-US" sz="6000" b="1" u="sng" dirty="0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Thank you very much</a:t>
            </a:r>
          </a:p>
          <a:p>
            <a:pPr algn="ctr"/>
            <a:r>
              <a:rPr lang="en-US" sz="6000" b="1" u="sng" smtClean="0">
                <a:solidFill>
                  <a:srgbClr val="FF0000"/>
                </a:solidFill>
                <a:latin typeface="Al Majeed Quranic Font" panose="02010000000000000000" pitchFamily="2" charset="-78"/>
                <a:cs typeface="Al Majeed Quranic Font" panose="02010000000000000000" pitchFamily="2" charset="-78"/>
              </a:rPr>
              <a:t>The End.</a:t>
            </a:r>
            <a:endParaRPr lang="en-US" sz="6000" b="1" u="sng" dirty="0">
              <a:solidFill>
                <a:srgbClr val="FF0000"/>
              </a:solidFill>
              <a:latin typeface="Al Majeed Quranic Font" panose="02010000000000000000" pitchFamily="2" charset="-78"/>
              <a:cs typeface="Al Majeed Quranic Font" panose="0201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98821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226</TotalTime>
  <Words>482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 Majeed Quranic Font</vt:lpstr>
      <vt:lpstr>Arial</vt:lpstr>
      <vt:lpstr>Calibri</vt:lpstr>
      <vt:lpstr>Calibri Light</vt:lpstr>
      <vt:lpstr>Cambria</vt:lpstr>
      <vt:lpstr>Times New Roman</vt:lpstr>
      <vt:lpstr>Wingdings</vt:lpstr>
      <vt:lpstr>Retrospect</vt:lpstr>
      <vt:lpstr>The chronology of the Revelation of The Holy Quran</vt:lpstr>
      <vt:lpstr>Secured in Preserved Tablet</vt:lpstr>
      <vt:lpstr>Descension took place twice</vt:lpstr>
      <vt:lpstr>Continued</vt:lpstr>
      <vt:lpstr>The verses that come first.</vt:lpstr>
      <vt:lpstr>Continued</vt:lpstr>
      <vt:lpstr>Wahy discontinued for three years</vt:lpstr>
      <vt:lpstr>The Makki and Madani Verses</vt:lpstr>
      <vt:lpstr>PowerPoint Presentation</vt:lpstr>
      <vt:lpstr>PowerPoint Presentation</vt:lpstr>
      <vt:lpstr>PowerPoint Presentation</vt:lpstr>
      <vt:lpstr>Characteristics of Makki and Madani Verses.</vt:lpstr>
      <vt:lpstr>Characteristics of Makki and Madani Verses. (continued)</vt:lpstr>
      <vt:lpstr>The gradual revelation of the Holy Quran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chronology of the Revelation of The Holy Quran</dc:title>
  <dc:creator>Anwar</dc:creator>
  <cp:lastModifiedBy>Anwar</cp:lastModifiedBy>
  <cp:revision>32</cp:revision>
  <dcterms:created xsi:type="dcterms:W3CDTF">2022-08-23T05:39:07Z</dcterms:created>
  <dcterms:modified xsi:type="dcterms:W3CDTF">2022-09-07T04:57:29Z</dcterms:modified>
</cp:coreProperties>
</file>