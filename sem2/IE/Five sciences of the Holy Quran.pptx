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4F34AF-75E7-4149-A3CF-2E483C744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4AC00-B939-432F-F1DB-5EFAFC65AAE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654C7F9-AF92-42BD-A713-6B020F63B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E3B121-1133-4B7A-BF30-80EF7C9F0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0F23FC-3B0D-4C62-B729-C43F56DC1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59633D-B01C-40F1-97CB-55349C926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Algerian" panose="04020705040A02060702" pitchFamily="82" charset="0"/>
              </a:rPr>
              <a:t>Five sciences of the Holy Quran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AAE59-43E8-4A53-B634-F365A00B9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5145513"/>
            <a:ext cx="3412067" cy="7388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latin typeface="Algerian" panose="04020705040A02060702" pitchFamily="82" charset="0"/>
              </a:rPr>
              <a:t>by shah wali (Rahmnat ullahi alaihi)</a:t>
            </a:r>
          </a:p>
        </p:txBody>
      </p:sp>
    </p:spTree>
    <p:extLst>
      <p:ext uri="{BB962C8B-B14F-4D97-AF65-F5344CB8AC3E}">
        <p14:creationId xmlns:p14="http://schemas.microsoft.com/office/powerpoint/2010/main" val="139283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166-CA95-43CD-B756-A4B96B04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033389"/>
            <a:ext cx="5921828" cy="48254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1: the science of injunctions (Ilm-</a:t>
            </a:r>
            <a:r>
              <a:rPr lang="en-US" sz="5400" dirty="0" err="1">
                <a:solidFill>
                  <a:srgbClr val="FFFFFF"/>
                </a:solidFill>
                <a:latin typeface="Algerian" panose="04020705040A02060702" pitchFamily="82" charset="0"/>
              </a:rPr>
              <a:t>ul</a:t>
            </a: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-</a:t>
            </a:r>
            <a:r>
              <a:rPr lang="en-US" sz="5400" dirty="0" err="1">
                <a:solidFill>
                  <a:srgbClr val="FFFFFF"/>
                </a:solidFill>
                <a:latin typeface="Algerian" panose="04020705040A02060702" pitchFamily="82" charset="0"/>
              </a:rPr>
              <a:t>ahkam</a:t>
            </a: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 </a:t>
            </a:r>
            <a:r>
              <a:rPr lang="ur-PK" sz="5400" dirty="0">
                <a:solidFill>
                  <a:srgbClr val="FFFFFF"/>
                </a:solidFill>
                <a:latin typeface="Algerian" panose="04020705040A02060702" pitchFamily="82" charset="0"/>
              </a:rPr>
              <a:t>علم الاحکام</a:t>
            </a: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7730-435A-47B8-9607-0608C1BF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43" y="718458"/>
            <a:ext cx="5318863" cy="5140342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the incumbent, the recommended, the approved, the disapproved and the forbidden, covering worships, social dealings, household economy and politics. Its discussion is the responsibility of jurists.</a:t>
            </a:r>
          </a:p>
        </p:txBody>
      </p:sp>
    </p:spTree>
    <p:extLst>
      <p:ext uri="{BB962C8B-B14F-4D97-AF65-F5344CB8AC3E}">
        <p14:creationId xmlns:p14="http://schemas.microsoft.com/office/powerpoint/2010/main" val="232279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166-CA95-43CD-B756-A4B96B04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33389"/>
            <a:ext cx="5780314" cy="482540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</a:rPr>
              <a:t>2: the science of disputation  debates (</a:t>
            </a:r>
            <a:r>
              <a:rPr lang="en-US" sz="5000" dirty="0" err="1">
                <a:solidFill>
                  <a:srgbClr val="FFFFFF"/>
                </a:solidFill>
                <a:latin typeface="Algerian" panose="04020705040A02060702" pitchFamily="82" charset="0"/>
              </a:rPr>
              <a:t>mukhasama</a:t>
            </a:r>
            <a:r>
              <a:rPr lang="ur-PK" sz="5000" dirty="0">
                <a:solidFill>
                  <a:srgbClr val="FFFFFF"/>
                </a:solidFill>
                <a:latin typeface="Algerian" panose="04020705040A02060702" pitchFamily="82" charset="0"/>
              </a:rPr>
              <a:t> مخاصمہ</a:t>
            </a: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7730-435A-47B8-9607-0608C1BF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591" y="1033390"/>
            <a:ext cx="5345216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deals with the f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misguided sects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Jews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Christians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polytheists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hypocrites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And its discussion and analysis falls withing the jurisdiction of dialecticians </a:t>
            </a:r>
          </a:p>
        </p:txBody>
      </p:sp>
    </p:spTree>
    <p:extLst>
      <p:ext uri="{BB962C8B-B14F-4D97-AF65-F5344CB8AC3E}">
        <p14:creationId xmlns:p14="http://schemas.microsoft.com/office/powerpoint/2010/main" val="283941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166-CA95-43CD-B756-A4B96B04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73231"/>
            <a:ext cx="3799113" cy="4957455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Algerian" panose="04020705040A02060702" pitchFamily="82" charset="0"/>
              </a:rPr>
              <a:t>3: the science of divine favors (</a:t>
            </a:r>
            <a:r>
              <a:rPr lang="ur-PK" sz="3200" dirty="0">
                <a:solidFill>
                  <a:schemeClr val="accent1"/>
                </a:solidFill>
                <a:latin typeface="Algerian" panose="04020705040A02060702" pitchFamily="82" charset="0"/>
              </a:rPr>
              <a:t>علم تذکیر بآلاء اللہ</a:t>
            </a:r>
            <a:r>
              <a:rPr lang="en-US" sz="3200" dirty="0">
                <a:solidFill>
                  <a:schemeClr val="accent1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7730-435A-47B8-9607-0608C1BF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29" y="1073231"/>
            <a:ext cx="6599582" cy="471153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covers explanation of the creation of the heavens and earth, of the perfect attributes of Allah and the guidance which the people received about the necessities of life.</a:t>
            </a:r>
          </a:p>
        </p:txBody>
      </p:sp>
    </p:spTree>
    <p:extLst>
      <p:ext uri="{BB962C8B-B14F-4D97-AF65-F5344CB8AC3E}">
        <p14:creationId xmlns:p14="http://schemas.microsoft.com/office/powerpoint/2010/main" val="129607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166-CA95-43CD-B756-A4B96B04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4: the science of important events</a:t>
            </a:r>
            <a:r>
              <a:rPr lang="ur-PK" sz="5400" dirty="0">
                <a:solidFill>
                  <a:srgbClr val="FFFFFF"/>
                </a:solidFill>
                <a:latin typeface="Algerian" panose="04020705040A02060702" pitchFamily="82" charset="0"/>
              </a:rPr>
              <a:t> </a:t>
            </a: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 (</a:t>
            </a:r>
            <a:r>
              <a:rPr lang="ur-PK" sz="5400" dirty="0">
                <a:solidFill>
                  <a:srgbClr val="FFFFFF"/>
                </a:solidFill>
                <a:latin typeface="Algerian" panose="04020705040A02060702" pitchFamily="82" charset="0"/>
              </a:rPr>
              <a:t>علم تذکیر بایام اللہ</a:t>
            </a:r>
            <a:r>
              <a:rPr lang="en-US" sz="5400" dirty="0">
                <a:solidFill>
                  <a:srgbClr val="FFFFFF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7730-435A-47B8-9607-0608C1BF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science covers the important events which Allah caused to take place favoring the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obedient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punishing the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disobedient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1006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62166-CA95-43CD-B756-A4B96B04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81" y="1113765"/>
            <a:ext cx="3917842" cy="419991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</a:rPr>
              <a:t>5: the science of reminding the life hereafter</a:t>
            </a:r>
            <a:br>
              <a:rPr lang="ur-PK" sz="3200" dirty="0">
                <a:solidFill>
                  <a:srgbClr val="FFFFFF"/>
                </a:solidFill>
                <a:latin typeface="Algerian" panose="04020705040A02060702" pitchFamily="82" charset="0"/>
              </a:rPr>
            </a:br>
            <a:r>
              <a:rPr lang="ur-PK" sz="3200" dirty="0">
                <a:solidFill>
                  <a:srgbClr val="FFFFFF"/>
                </a:solidFill>
                <a:latin typeface="Algerian" panose="04020705040A02060702" pitchFamily="82" charset="0"/>
              </a:rPr>
              <a:t>					</a:t>
            </a: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</a:rPr>
              <a:t>(</a:t>
            </a:r>
            <a:r>
              <a:rPr lang="ur-PK" sz="3200" dirty="0">
                <a:solidFill>
                  <a:srgbClr val="FFFFFF"/>
                </a:solidFill>
                <a:latin typeface="Algerian" panose="04020705040A02060702" pitchFamily="82" charset="0"/>
              </a:rPr>
              <a:t>علم تذکیر بالموت وما بعدالموت</a:t>
            </a: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7730-435A-47B8-9607-0608C1BF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1113764"/>
            <a:ext cx="6108179" cy="4624327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science reminds human beings of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deaths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what will follow it- the resurrection, the gathering, the reckoning, the balance, the paradise, and the hell.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 preacher must possess the full knowledge of these sciences; he should be able to trace their connection with appropriate tradition and sayings of the holy Prophet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s.a.w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0905101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50</TotalTime>
  <Words>271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Gill Sans MT</vt:lpstr>
      <vt:lpstr>Times New Roman</vt:lpstr>
      <vt:lpstr>Wingdings 2</vt:lpstr>
      <vt:lpstr>Dividend</vt:lpstr>
      <vt:lpstr>Five sciences of the Holy Quran</vt:lpstr>
      <vt:lpstr>1: the science of injunctions (Ilm-ul-ahkam علم الاحکام)</vt:lpstr>
      <vt:lpstr>2: the science of disputation  debates (mukhasama مخاصمہ)</vt:lpstr>
      <vt:lpstr>3: the science of divine favors (علم تذکیر بآلاء اللہ)</vt:lpstr>
      <vt:lpstr>4: the science of important events  (علم تذکیر بایام اللہ)</vt:lpstr>
      <vt:lpstr>5: the science of reminding the life hereafter      (علم تذکیر بالموت وما بعدالموت)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sciences of the Holy Quran</dc:title>
  <dc:creator>Admin</dc:creator>
  <cp:lastModifiedBy>Muhammad Anwar</cp:lastModifiedBy>
  <cp:revision>12</cp:revision>
  <dcterms:created xsi:type="dcterms:W3CDTF">2024-12-01T12:37:49Z</dcterms:created>
  <dcterms:modified xsi:type="dcterms:W3CDTF">2025-01-27T03:41:16Z</dcterms:modified>
</cp:coreProperties>
</file>