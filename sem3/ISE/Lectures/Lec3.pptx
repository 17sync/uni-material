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8" r:id="rId4"/>
    <p:sldId id="257" r:id="rId5"/>
    <p:sldId id="263" r:id="rId6"/>
    <p:sldId id="266" r:id="rId7"/>
    <p:sldId id="261" r:id="rId8"/>
    <p:sldId id="262" r:id="rId9"/>
    <p:sldId id="264" r:id="rId10"/>
    <p:sldId id="265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89F0F2-5408-422C-93AA-86289E53677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0EB39D8B-5F74-4DF4-8A78-B37123BE8EAA}">
      <dgm:prSet phldrT="[Text]"/>
      <dgm:spPr>
        <a:solidFill>
          <a:srgbClr val="92D050"/>
        </a:solidFill>
      </dgm:spPr>
      <dgm:t>
        <a:bodyPr/>
        <a:lstStyle/>
        <a:p>
          <a:r>
            <a:rPr lang="en-US" dirty="0"/>
            <a:t>Requirements</a:t>
          </a:r>
          <a:endParaRPr lang="en-PK" dirty="0"/>
        </a:p>
      </dgm:t>
    </dgm:pt>
    <dgm:pt modelId="{FB3E5C18-EFE9-445B-8661-D434EA9A13F8}" type="parTrans" cxnId="{668DAC5C-9016-4237-BB25-4D121288125B}">
      <dgm:prSet/>
      <dgm:spPr/>
      <dgm:t>
        <a:bodyPr/>
        <a:lstStyle/>
        <a:p>
          <a:endParaRPr lang="en-PK"/>
        </a:p>
      </dgm:t>
    </dgm:pt>
    <dgm:pt modelId="{0DD35BD2-D585-4F6C-AA7D-C9F303D8ADE1}" type="sibTrans" cxnId="{668DAC5C-9016-4237-BB25-4D121288125B}">
      <dgm:prSet/>
      <dgm:spPr/>
      <dgm:t>
        <a:bodyPr/>
        <a:lstStyle/>
        <a:p>
          <a:endParaRPr lang="en-PK"/>
        </a:p>
      </dgm:t>
    </dgm:pt>
    <dgm:pt modelId="{3B6BFA35-92E5-4E9B-A0BB-BA08AF14D435}">
      <dgm:prSet phldrT="[Text]"/>
      <dgm:spPr/>
      <dgm:t>
        <a:bodyPr/>
        <a:lstStyle/>
        <a:p>
          <a:r>
            <a:rPr lang="en-US" dirty="0"/>
            <a:t>Construction &amp; Development</a:t>
          </a:r>
          <a:endParaRPr lang="en-PK" dirty="0"/>
        </a:p>
      </dgm:t>
    </dgm:pt>
    <dgm:pt modelId="{83D53F1A-20E2-4D49-8C5D-7D28B26E4B2A}" type="parTrans" cxnId="{E2642862-F878-4313-B085-376185DAEDAD}">
      <dgm:prSet/>
      <dgm:spPr/>
      <dgm:t>
        <a:bodyPr/>
        <a:lstStyle/>
        <a:p>
          <a:endParaRPr lang="en-PK"/>
        </a:p>
      </dgm:t>
    </dgm:pt>
    <dgm:pt modelId="{072C8437-C887-4259-A95A-795251809BCD}" type="sibTrans" cxnId="{E2642862-F878-4313-B085-376185DAEDAD}">
      <dgm:prSet/>
      <dgm:spPr/>
      <dgm:t>
        <a:bodyPr/>
        <a:lstStyle/>
        <a:p>
          <a:endParaRPr lang="en-PK"/>
        </a:p>
      </dgm:t>
    </dgm:pt>
    <dgm:pt modelId="{7E0ABB8C-29AC-4C79-8A0B-A3091C08FC9B}">
      <dgm:prSet phldrT="[Text]"/>
      <dgm:spPr/>
      <dgm:t>
        <a:bodyPr/>
        <a:lstStyle/>
        <a:p>
          <a:r>
            <a:rPr lang="en-US" dirty="0"/>
            <a:t>Quality(Testing)</a:t>
          </a:r>
          <a:endParaRPr lang="en-PK" dirty="0"/>
        </a:p>
      </dgm:t>
    </dgm:pt>
    <dgm:pt modelId="{67059D6E-72CB-45C4-ACEE-18D18001A86A}" type="parTrans" cxnId="{D50DB56E-E02B-461D-9285-A7AFD10D7D75}">
      <dgm:prSet/>
      <dgm:spPr/>
      <dgm:t>
        <a:bodyPr/>
        <a:lstStyle/>
        <a:p>
          <a:endParaRPr lang="en-PK"/>
        </a:p>
      </dgm:t>
    </dgm:pt>
    <dgm:pt modelId="{C606E3B2-B0C6-41F1-A64C-D8A9985C62DD}" type="sibTrans" cxnId="{D50DB56E-E02B-461D-9285-A7AFD10D7D75}">
      <dgm:prSet/>
      <dgm:spPr/>
      <dgm:t>
        <a:bodyPr/>
        <a:lstStyle/>
        <a:p>
          <a:endParaRPr lang="en-PK"/>
        </a:p>
      </dgm:t>
    </dgm:pt>
    <dgm:pt modelId="{14D2F697-A4A7-4E18-88B5-0E6C7B85C728}">
      <dgm:prSet phldrT="[Text]"/>
      <dgm:spPr/>
      <dgm:t>
        <a:bodyPr/>
        <a:lstStyle/>
        <a:p>
          <a:r>
            <a:rPr lang="en-US" dirty="0"/>
            <a:t>Deployment</a:t>
          </a:r>
          <a:endParaRPr lang="en-PK" dirty="0"/>
        </a:p>
      </dgm:t>
    </dgm:pt>
    <dgm:pt modelId="{748BE825-524A-4F1E-8060-856549B9357A}" type="parTrans" cxnId="{B170726E-98D7-48C2-973D-7B6DA3690E7A}">
      <dgm:prSet/>
      <dgm:spPr/>
      <dgm:t>
        <a:bodyPr/>
        <a:lstStyle/>
        <a:p>
          <a:endParaRPr lang="en-PK"/>
        </a:p>
      </dgm:t>
    </dgm:pt>
    <dgm:pt modelId="{C1493EFC-10A1-4283-905F-6B2DB3F0E32C}" type="sibTrans" cxnId="{B170726E-98D7-48C2-973D-7B6DA3690E7A}">
      <dgm:prSet/>
      <dgm:spPr/>
      <dgm:t>
        <a:bodyPr/>
        <a:lstStyle/>
        <a:p>
          <a:endParaRPr lang="en-PK"/>
        </a:p>
      </dgm:t>
    </dgm:pt>
    <dgm:pt modelId="{E5D8AFEF-72C3-4433-911E-9C4931BB2E80}">
      <dgm:prSet phldrT="[Text]"/>
      <dgm:spPr/>
      <dgm:t>
        <a:bodyPr/>
        <a:lstStyle/>
        <a:p>
          <a:r>
            <a:rPr lang="en-US" dirty="0"/>
            <a:t>Maintenance</a:t>
          </a:r>
          <a:endParaRPr lang="en-PK" dirty="0"/>
        </a:p>
      </dgm:t>
    </dgm:pt>
    <dgm:pt modelId="{24C3882C-967D-46F5-BD00-62A4307B46B7}" type="parTrans" cxnId="{2C73DE32-A20F-4198-AA61-9CF89106FABF}">
      <dgm:prSet/>
      <dgm:spPr/>
      <dgm:t>
        <a:bodyPr/>
        <a:lstStyle/>
        <a:p>
          <a:endParaRPr lang="en-PK"/>
        </a:p>
      </dgm:t>
    </dgm:pt>
    <dgm:pt modelId="{32130071-D73B-4C77-9731-9A9C3D7B2735}" type="sibTrans" cxnId="{2C73DE32-A20F-4198-AA61-9CF89106FABF}">
      <dgm:prSet/>
      <dgm:spPr/>
      <dgm:t>
        <a:bodyPr/>
        <a:lstStyle/>
        <a:p>
          <a:endParaRPr lang="en-PK"/>
        </a:p>
      </dgm:t>
    </dgm:pt>
    <dgm:pt modelId="{F10B75E0-1D22-4F19-91E8-96D9AF5AF739}">
      <dgm:prSet phldrT="[Text]"/>
      <dgm:spPr/>
      <dgm:t>
        <a:bodyPr/>
        <a:lstStyle/>
        <a:p>
          <a:r>
            <a:rPr lang="en-US" dirty="0"/>
            <a:t>Design and Architecture</a:t>
          </a:r>
          <a:endParaRPr lang="en-PK" dirty="0"/>
        </a:p>
      </dgm:t>
    </dgm:pt>
    <dgm:pt modelId="{720FA241-6348-4C8B-B7F3-792E24885041}" type="parTrans" cxnId="{201B67FC-65BA-477A-B355-1F26A231D967}">
      <dgm:prSet/>
      <dgm:spPr/>
      <dgm:t>
        <a:bodyPr/>
        <a:lstStyle/>
        <a:p>
          <a:endParaRPr lang="en-PK"/>
        </a:p>
      </dgm:t>
    </dgm:pt>
    <dgm:pt modelId="{8547A77A-761B-4D36-97AC-51D25C143CDE}" type="sibTrans" cxnId="{201B67FC-65BA-477A-B355-1F26A231D967}">
      <dgm:prSet/>
      <dgm:spPr/>
      <dgm:t>
        <a:bodyPr/>
        <a:lstStyle/>
        <a:p>
          <a:endParaRPr lang="en-PK"/>
        </a:p>
      </dgm:t>
    </dgm:pt>
    <dgm:pt modelId="{31494969-AEA2-4236-99D8-419A0C152515}" type="pres">
      <dgm:prSet presAssocID="{E189F0F2-5408-422C-93AA-86289E536772}" presName="Name0" presStyleCnt="0">
        <dgm:presLayoutVars>
          <dgm:dir/>
          <dgm:resizeHandles val="exact"/>
        </dgm:presLayoutVars>
      </dgm:prSet>
      <dgm:spPr/>
    </dgm:pt>
    <dgm:pt modelId="{80504317-5F94-43F9-AF35-0453DFEBB690}" type="pres">
      <dgm:prSet presAssocID="{0EB39D8B-5F74-4DF4-8A78-B37123BE8EAA}" presName="node" presStyleLbl="node1" presStyleIdx="0" presStyleCnt="6">
        <dgm:presLayoutVars>
          <dgm:bulletEnabled val="1"/>
        </dgm:presLayoutVars>
      </dgm:prSet>
      <dgm:spPr/>
    </dgm:pt>
    <dgm:pt modelId="{0CC4AA5B-D66B-4996-8966-84456A168205}" type="pres">
      <dgm:prSet presAssocID="{0DD35BD2-D585-4F6C-AA7D-C9F303D8ADE1}" presName="sibTrans" presStyleLbl="sibTrans2D1" presStyleIdx="0" presStyleCnt="5"/>
      <dgm:spPr/>
    </dgm:pt>
    <dgm:pt modelId="{AB81D2CE-0E8D-4B8A-B9F1-9523A2D85FF9}" type="pres">
      <dgm:prSet presAssocID="{0DD35BD2-D585-4F6C-AA7D-C9F303D8ADE1}" presName="connectorText" presStyleLbl="sibTrans2D1" presStyleIdx="0" presStyleCnt="5"/>
      <dgm:spPr/>
    </dgm:pt>
    <dgm:pt modelId="{9C128432-3613-4D4C-8156-C52AD87F0C47}" type="pres">
      <dgm:prSet presAssocID="{F10B75E0-1D22-4F19-91E8-96D9AF5AF739}" presName="node" presStyleLbl="node1" presStyleIdx="1" presStyleCnt="6">
        <dgm:presLayoutVars>
          <dgm:bulletEnabled val="1"/>
        </dgm:presLayoutVars>
      </dgm:prSet>
      <dgm:spPr/>
    </dgm:pt>
    <dgm:pt modelId="{96291B64-5452-42A2-BB35-6E49DC1872EE}" type="pres">
      <dgm:prSet presAssocID="{8547A77A-761B-4D36-97AC-51D25C143CDE}" presName="sibTrans" presStyleLbl="sibTrans2D1" presStyleIdx="1" presStyleCnt="5"/>
      <dgm:spPr/>
    </dgm:pt>
    <dgm:pt modelId="{0EEA5887-5109-4730-A5EC-343209124987}" type="pres">
      <dgm:prSet presAssocID="{8547A77A-761B-4D36-97AC-51D25C143CDE}" presName="connectorText" presStyleLbl="sibTrans2D1" presStyleIdx="1" presStyleCnt="5"/>
      <dgm:spPr/>
    </dgm:pt>
    <dgm:pt modelId="{92597A2E-0F40-4F1B-B614-DB4DC9C422A1}" type="pres">
      <dgm:prSet presAssocID="{3B6BFA35-92E5-4E9B-A0BB-BA08AF14D435}" presName="node" presStyleLbl="node1" presStyleIdx="2" presStyleCnt="6">
        <dgm:presLayoutVars>
          <dgm:bulletEnabled val="1"/>
        </dgm:presLayoutVars>
      </dgm:prSet>
      <dgm:spPr/>
    </dgm:pt>
    <dgm:pt modelId="{E6897CD5-7E3F-482F-9F48-FBF8C59D04C8}" type="pres">
      <dgm:prSet presAssocID="{072C8437-C887-4259-A95A-795251809BCD}" presName="sibTrans" presStyleLbl="sibTrans2D1" presStyleIdx="2" presStyleCnt="5"/>
      <dgm:spPr/>
    </dgm:pt>
    <dgm:pt modelId="{4F5D4C22-A062-4E55-BBD2-76DDBD1963BC}" type="pres">
      <dgm:prSet presAssocID="{072C8437-C887-4259-A95A-795251809BCD}" presName="connectorText" presStyleLbl="sibTrans2D1" presStyleIdx="2" presStyleCnt="5"/>
      <dgm:spPr/>
    </dgm:pt>
    <dgm:pt modelId="{903DD7B7-F8AC-4DFF-9413-F3131790F3DC}" type="pres">
      <dgm:prSet presAssocID="{7E0ABB8C-29AC-4C79-8A0B-A3091C08FC9B}" presName="node" presStyleLbl="node1" presStyleIdx="3" presStyleCnt="6">
        <dgm:presLayoutVars>
          <dgm:bulletEnabled val="1"/>
        </dgm:presLayoutVars>
      </dgm:prSet>
      <dgm:spPr/>
    </dgm:pt>
    <dgm:pt modelId="{31EFB395-CF02-4F76-95FF-8736CAFAF613}" type="pres">
      <dgm:prSet presAssocID="{C606E3B2-B0C6-41F1-A64C-D8A9985C62DD}" presName="sibTrans" presStyleLbl="sibTrans2D1" presStyleIdx="3" presStyleCnt="5"/>
      <dgm:spPr/>
    </dgm:pt>
    <dgm:pt modelId="{BDB2071D-B7B2-406C-B67B-601A219E5C34}" type="pres">
      <dgm:prSet presAssocID="{C606E3B2-B0C6-41F1-A64C-D8A9985C62DD}" presName="connectorText" presStyleLbl="sibTrans2D1" presStyleIdx="3" presStyleCnt="5"/>
      <dgm:spPr/>
    </dgm:pt>
    <dgm:pt modelId="{B6FE8FD3-1E27-4B8F-BA5E-8AB434B551A9}" type="pres">
      <dgm:prSet presAssocID="{14D2F697-A4A7-4E18-88B5-0E6C7B85C728}" presName="node" presStyleLbl="node1" presStyleIdx="4" presStyleCnt="6">
        <dgm:presLayoutVars>
          <dgm:bulletEnabled val="1"/>
        </dgm:presLayoutVars>
      </dgm:prSet>
      <dgm:spPr/>
    </dgm:pt>
    <dgm:pt modelId="{655C2658-71AD-48A9-B576-5FFCF42DB143}" type="pres">
      <dgm:prSet presAssocID="{C1493EFC-10A1-4283-905F-6B2DB3F0E32C}" presName="sibTrans" presStyleLbl="sibTrans2D1" presStyleIdx="4" presStyleCnt="5"/>
      <dgm:spPr/>
    </dgm:pt>
    <dgm:pt modelId="{7DF9F122-2F8F-4DCA-9DFA-ACEB7D3A5DB4}" type="pres">
      <dgm:prSet presAssocID="{C1493EFC-10A1-4283-905F-6B2DB3F0E32C}" presName="connectorText" presStyleLbl="sibTrans2D1" presStyleIdx="4" presStyleCnt="5"/>
      <dgm:spPr/>
    </dgm:pt>
    <dgm:pt modelId="{CC788886-0259-4574-B871-65A2379E08CE}" type="pres">
      <dgm:prSet presAssocID="{E5D8AFEF-72C3-4433-911E-9C4931BB2E80}" presName="node" presStyleLbl="node1" presStyleIdx="5" presStyleCnt="6">
        <dgm:presLayoutVars>
          <dgm:bulletEnabled val="1"/>
        </dgm:presLayoutVars>
      </dgm:prSet>
      <dgm:spPr/>
    </dgm:pt>
  </dgm:ptLst>
  <dgm:cxnLst>
    <dgm:cxn modelId="{B7AC6401-C301-44DE-90C7-482B2A7A16F5}" type="presOf" srcId="{7E0ABB8C-29AC-4C79-8A0B-A3091C08FC9B}" destId="{903DD7B7-F8AC-4DFF-9413-F3131790F3DC}" srcOrd="0" destOrd="0" presId="urn:microsoft.com/office/officeart/2005/8/layout/process1"/>
    <dgm:cxn modelId="{48E6A108-B795-487B-9779-3BB22D70C23C}" type="presOf" srcId="{0DD35BD2-D585-4F6C-AA7D-C9F303D8ADE1}" destId="{AB81D2CE-0E8D-4B8A-B9F1-9523A2D85FF9}" srcOrd="1" destOrd="0" presId="urn:microsoft.com/office/officeart/2005/8/layout/process1"/>
    <dgm:cxn modelId="{B9B34D09-6794-45FD-8809-C1C5DDF0C9A7}" type="presOf" srcId="{0DD35BD2-D585-4F6C-AA7D-C9F303D8ADE1}" destId="{0CC4AA5B-D66B-4996-8966-84456A168205}" srcOrd="0" destOrd="0" presId="urn:microsoft.com/office/officeart/2005/8/layout/process1"/>
    <dgm:cxn modelId="{243BD711-F026-4AFC-9D84-8D74641F21EE}" type="presOf" srcId="{14D2F697-A4A7-4E18-88B5-0E6C7B85C728}" destId="{B6FE8FD3-1E27-4B8F-BA5E-8AB434B551A9}" srcOrd="0" destOrd="0" presId="urn:microsoft.com/office/officeart/2005/8/layout/process1"/>
    <dgm:cxn modelId="{2C73DE32-A20F-4198-AA61-9CF89106FABF}" srcId="{E189F0F2-5408-422C-93AA-86289E536772}" destId="{E5D8AFEF-72C3-4433-911E-9C4931BB2E80}" srcOrd="5" destOrd="0" parTransId="{24C3882C-967D-46F5-BD00-62A4307B46B7}" sibTransId="{32130071-D73B-4C77-9731-9A9C3D7B2735}"/>
    <dgm:cxn modelId="{040EA45B-0D6B-47A6-A17A-40D971786132}" type="presOf" srcId="{072C8437-C887-4259-A95A-795251809BCD}" destId="{E6897CD5-7E3F-482F-9F48-FBF8C59D04C8}" srcOrd="0" destOrd="0" presId="urn:microsoft.com/office/officeart/2005/8/layout/process1"/>
    <dgm:cxn modelId="{668DAC5C-9016-4237-BB25-4D121288125B}" srcId="{E189F0F2-5408-422C-93AA-86289E536772}" destId="{0EB39D8B-5F74-4DF4-8A78-B37123BE8EAA}" srcOrd="0" destOrd="0" parTransId="{FB3E5C18-EFE9-445B-8661-D434EA9A13F8}" sibTransId="{0DD35BD2-D585-4F6C-AA7D-C9F303D8ADE1}"/>
    <dgm:cxn modelId="{E2642862-F878-4313-B085-376185DAEDAD}" srcId="{E189F0F2-5408-422C-93AA-86289E536772}" destId="{3B6BFA35-92E5-4E9B-A0BB-BA08AF14D435}" srcOrd="2" destOrd="0" parTransId="{83D53F1A-20E2-4D49-8C5D-7D28B26E4B2A}" sibTransId="{072C8437-C887-4259-A95A-795251809BCD}"/>
    <dgm:cxn modelId="{B170726E-98D7-48C2-973D-7B6DA3690E7A}" srcId="{E189F0F2-5408-422C-93AA-86289E536772}" destId="{14D2F697-A4A7-4E18-88B5-0E6C7B85C728}" srcOrd="4" destOrd="0" parTransId="{748BE825-524A-4F1E-8060-856549B9357A}" sibTransId="{C1493EFC-10A1-4283-905F-6B2DB3F0E32C}"/>
    <dgm:cxn modelId="{D50DB56E-E02B-461D-9285-A7AFD10D7D75}" srcId="{E189F0F2-5408-422C-93AA-86289E536772}" destId="{7E0ABB8C-29AC-4C79-8A0B-A3091C08FC9B}" srcOrd="3" destOrd="0" parTransId="{67059D6E-72CB-45C4-ACEE-18D18001A86A}" sibTransId="{C606E3B2-B0C6-41F1-A64C-D8A9985C62DD}"/>
    <dgm:cxn modelId="{6814C67D-E7FA-49F9-A1D3-713C9F90E38E}" type="presOf" srcId="{C1493EFC-10A1-4283-905F-6B2DB3F0E32C}" destId="{7DF9F122-2F8F-4DCA-9DFA-ACEB7D3A5DB4}" srcOrd="1" destOrd="0" presId="urn:microsoft.com/office/officeart/2005/8/layout/process1"/>
    <dgm:cxn modelId="{68311280-2CA3-464D-A749-8C3CC5339634}" type="presOf" srcId="{F10B75E0-1D22-4F19-91E8-96D9AF5AF739}" destId="{9C128432-3613-4D4C-8156-C52AD87F0C47}" srcOrd="0" destOrd="0" presId="urn:microsoft.com/office/officeart/2005/8/layout/process1"/>
    <dgm:cxn modelId="{666BF08B-3D79-4310-89F5-5A355FB93F9A}" type="presOf" srcId="{C606E3B2-B0C6-41F1-A64C-D8A9985C62DD}" destId="{BDB2071D-B7B2-406C-B67B-601A219E5C34}" srcOrd="1" destOrd="0" presId="urn:microsoft.com/office/officeart/2005/8/layout/process1"/>
    <dgm:cxn modelId="{69D7C598-D3A0-4E4C-9F7E-C13CBB63F9FF}" type="presOf" srcId="{072C8437-C887-4259-A95A-795251809BCD}" destId="{4F5D4C22-A062-4E55-BBD2-76DDBD1963BC}" srcOrd="1" destOrd="0" presId="urn:microsoft.com/office/officeart/2005/8/layout/process1"/>
    <dgm:cxn modelId="{7071339B-DCC7-468B-8B0D-E8EACB2428C6}" type="presOf" srcId="{8547A77A-761B-4D36-97AC-51D25C143CDE}" destId="{96291B64-5452-42A2-BB35-6E49DC1872EE}" srcOrd="0" destOrd="0" presId="urn:microsoft.com/office/officeart/2005/8/layout/process1"/>
    <dgm:cxn modelId="{57D488AC-D1A8-410A-ACDC-39327EBFE233}" type="presOf" srcId="{C1493EFC-10A1-4283-905F-6B2DB3F0E32C}" destId="{655C2658-71AD-48A9-B576-5FFCF42DB143}" srcOrd="0" destOrd="0" presId="urn:microsoft.com/office/officeart/2005/8/layout/process1"/>
    <dgm:cxn modelId="{8C23F1C1-479D-4038-9357-5D0DEC70D429}" type="presOf" srcId="{8547A77A-761B-4D36-97AC-51D25C143CDE}" destId="{0EEA5887-5109-4730-A5EC-343209124987}" srcOrd="1" destOrd="0" presId="urn:microsoft.com/office/officeart/2005/8/layout/process1"/>
    <dgm:cxn modelId="{75960DCF-7697-472B-AE4D-486170011201}" type="presOf" srcId="{C606E3B2-B0C6-41F1-A64C-D8A9985C62DD}" destId="{31EFB395-CF02-4F76-95FF-8736CAFAF613}" srcOrd="0" destOrd="0" presId="urn:microsoft.com/office/officeart/2005/8/layout/process1"/>
    <dgm:cxn modelId="{5D7D27D9-EF5C-47AB-8BE9-CD27A1E4C96F}" type="presOf" srcId="{E5D8AFEF-72C3-4433-911E-9C4931BB2E80}" destId="{CC788886-0259-4574-B871-65A2379E08CE}" srcOrd="0" destOrd="0" presId="urn:microsoft.com/office/officeart/2005/8/layout/process1"/>
    <dgm:cxn modelId="{8251C9DE-ADA0-4922-93BE-162C903DDFBF}" type="presOf" srcId="{E189F0F2-5408-422C-93AA-86289E536772}" destId="{31494969-AEA2-4236-99D8-419A0C152515}" srcOrd="0" destOrd="0" presId="urn:microsoft.com/office/officeart/2005/8/layout/process1"/>
    <dgm:cxn modelId="{373082EC-E00C-4BAA-8452-4A0434D21781}" type="presOf" srcId="{0EB39D8B-5F74-4DF4-8A78-B37123BE8EAA}" destId="{80504317-5F94-43F9-AF35-0453DFEBB690}" srcOrd="0" destOrd="0" presId="urn:microsoft.com/office/officeart/2005/8/layout/process1"/>
    <dgm:cxn modelId="{6C7F1DFB-0258-496C-9D9A-ACF32378B20B}" type="presOf" srcId="{3B6BFA35-92E5-4E9B-A0BB-BA08AF14D435}" destId="{92597A2E-0F40-4F1B-B614-DB4DC9C422A1}" srcOrd="0" destOrd="0" presId="urn:microsoft.com/office/officeart/2005/8/layout/process1"/>
    <dgm:cxn modelId="{201B67FC-65BA-477A-B355-1F26A231D967}" srcId="{E189F0F2-5408-422C-93AA-86289E536772}" destId="{F10B75E0-1D22-4F19-91E8-96D9AF5AF739}" srcOrd="1" destOrd="0" parTransId="{720FA241-6348-4C8B-B7F3-792E24885041}" sibTransId="{8547A77A-761B-4D36-97AC-51D25C143CDE}"/>
    <dgm:cxn modelId="{6AA26411-CDE4-427C-8493-8E81F3CA477C}" type="presParOf" srcId="{31494969-AEA2-4236-99D8-419A0C152515}" destId="{80504317-5F94-43F9-AF35-0453DFEBB690}" srcOrd="0" destOrd="0" presId="urn:microsoft.com/office/officeart/2005/8/layout/process1"/>
    <dgm:cxn modelId="{392A257F-0D3B-4307-A07E-6B7924E3BA33}" type="presParOf" srcId="{31494969-AEA2-4236-99D8-419A0C152515}" destId="{0CC4AA5B-D66B-4996-8966-84456A168205}" srcOrd="1" destOrd="0" presId="urn:microsoft.com/office/officeart/2005/8/layout/process1"/>
    <dgm:cxn modelId="{AEC1B53C-6227-4483-B64D-06F17452B01D}" type="presParOf" srcId="{0CC4AA5B-D66B-4996-8966-84456A168205}" destId="{AB81D2CE-0E8D-4B8A-B9F1-9523A2D85FF9}" srcOrd="0" destOrd="0" presId="urn:microsoft.com/office/officeart/2005/8/layout/process1"/>
    <dgm:cxn modelId="{BF777BDE-3D59-41AA-9118-DBDD467D9CC1}" type="presParOf" srcId="{31494969-AEA2-4236-99D8-419A0C152515}" destId="{9C128432-3613-4D4C-8156-C52AD87F0C47}" srcOrd="2" destOrd="0" presId="urn:microsoft.com/office/officeart/2005/8/layout/process1"/>
    <dgm:cxn modelId="{43D57EFD-BF95-42BE-AC4D-D321264BCF90}" type="presParOf" srcId="{31494969-AEA2-4236-99D8-419A0C152515}" destId="{96291B64-5452-42A2-BB35-6E49DC1872EE}" srcOrd="3" destOrd="0" presId="urn:microsoft.com/office/officeart/2005/8/layout/process1"/>
    <dgm:cxn modelId="{554AC210-DCAB-48FF-B57F-C4594481842F}" type="presParOf" srcId="{96291B64-5452-42A2-BB35-6E49DC1872EE}" destId="{0EEA5887-5109-4730-A5EC-343209124987}" srcOrd="0" destOrd="0" presId="urn:microsoft.com/office/officeart/2005/8/layout/process1"/>
    <dgm:cxn modelId="{23B30CD2-F05F-47F3-8352-E02848A83DCB}" type="presParOf" srcId="{31494969-AEA2-4236-99D8-419A0C152515}" destId="{92597A2E-0F40-4F1B-B614-DB4DC9C422A1}" srcOrd="4" destOrd="0" presId="urn:microsoft.com/office/officeart/2005/8/layout/process1"/>
    <dgm:cxn modelId="{74E1FBE4-6A0E-449B-B6BC-6BCE46A01C77}" type="presParOf" srcId="{31494969-AEA2-4236-99D8-419A0C152515}" destId="{E6897CD5-7E3F-482F-9F48-FBF8C59D04C8}" srcOrd="5" destOrd="0" presId="urn:microsoft.com/office/officeart/2005/8/layout/process1"/>
    <dgm:cxn modelId="{F2FB0CC9-7F69-482A-83CF-C1A1405FC871}" type="presParOf" srcId="{E6897CD5-7E3F-482F-9F48-FBF8C59D04C8}" destId="{4F5D4C22-A062-4E55-BBD2-76DDBD1963BC}" srcOrd="0" destOrd="0" presId="urn:microsoft.com/office/officeart/2005/8/layout/process1"/>
    <dgm:cxn modelId="{F294581B-044D-48C4-8112-1DE6BA2FBD55}" type="presParOf" srcId="{31494969-AEA2-4236-99D8-419A0C152515}" destId="{903DD7B7-F8AC-4DFF-9413-F3131790F3DC}" srcOrd="6" destOrd="0" presId="urn:microsoft.com/office/officeart/2005/8/layout/process1"/>
    <dgm:cxn modelId="{7969BA3E-BC2B-41AB-8189-B6B2296825DE}" type="presParOf" srcId="{31494969-AEA2-4236-99D8-419A0C152515}" destId="{31EFB395-CF02-4F76-95FF-8736CAFAF613}" srcOrd="7" destOrd="0" presId="urn:microsoft.com/office/officeart/2005/8/layout/process1"/>
    <dgm:cxn modelId="{0E7D8126-67E1-47C3-9AC4-471F4F6E6343}" type="presParOf" srcId="{31EFB395-CF02-4F76-95FF-8736CAFAF613}" destId="{BDB2071D-B7B2-406C-B67B-601A219E5C34}" srcOrd="0" destOrd="0" presId="urn:microsoft.com/office/officeart/2005/8/layout/process1"/>
    <dgm:cxn modelId="{91CDE096-622F-4174-A964-A70CBD5B50E4}" type="presParOf" srcId="{31494969-AEA2-4236-99D8-419A0C152515}" destId="{B6FE8FD3-1E27-4B8F-BA5E-8AB434B551A9}" srcOrd="8" destOrd="0" presId="urn:microsoft.com/office/officeart/2005/8/layout/process1"/>
    <dgm:cxn modelId="{A46F920A-7F09-4CAC-B70B-0756BA117EBC}" type="presParOf" srcId="{31494969-AEA2-4236-99D8-419A0C152515}" destId="{655C2658-71AD-48A9-B576-5FFCF42DB143}" srcOrd="9" destOrd="0" presId="urn:microsoft.com/office/officeart/2005/8/layout/process1"/>
    <dgm:cxn modelId="{6FF4F6BB-3BAA-4537-869F-03D9E9AC599F}" type="presParOf" srcId="{655C2658-71AD-48A9-B576-5FFCF42DB143}" destId="{7DF9F122-2F8F-4DCA-9DFA-ACEB7D3A5DB4}" srcOrd="0" destOrd="0" presId="urn:microsoft.com/office/officeart/2005/8/layout/process1"/>
    <dgm:cxn modelId="{02FB1DA5-1553-48B0-811F-3424E1845B05}" type="presParOf" srcId="{31494969-AEA2-4236-99D8-419A0C152515}" destId="{CC788886-0259-4574-B871-65A2379E08CE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701CB7-0205-4BAF-8D0E-D1727BEBA1F0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FDF11ED2-D6D5-4BB1-958A-7BDA30DD6113}">
      <dgm:prSet phldrT="[Text]"/>
      <dgm:spPr/>
      <dgm:t>
        <a:bodyPr/>
        <a:lstStyle/>
        <a:p>
          <a:r>
            <a:rPr lang="en-US" dirty="0"/>
            <a:t>ELICITATION</a:t>
          </a:r>
          <a:endParaRPr lang="en-PK" dirty="0"/>
        </a:p>
      </dgm:t>
    </dgm:pt>
    <dgm:pt modelId="{6B3CB23B-DC8C-4C46-97E7-82C5188DB6C2}" type="parTrans" cxnId="{254322B5-B0D4-4199-809E-2040ABB548AB}">
      <dgm:prSet/>
      <dgm:spPr/>
      <dgm:t>
        <a:bodyPr/>
        <a:lstStyle/>
        <a:p>
          <a:endParaRPr lang="en-PK"/>
        </a:p>
      </dgm:t>
    </dgm:pt>
    <dgm:pt modelId="{7C4E90C2-AB9A-40BD-8C23-E82CB457BD8A}" type="sibTrans" cxnId="{254322B5-B0D4-4199-809E-2040ABB548AB}">
      <dgm:prSet/>
      <dgm:spPr/>
      <dgm:t>
        <a:bodyPr/>
        <a:lstStyle/>
        <a:p>
          <a:endParaRPr lang="en-PK"/>
        </a:p>
      </dgm:t>
    </dgm:pt>
    <dgm:pt modelId="{A5495125-A0A5-487D-BF39-C3B320525A69}">
      <dgm:prSet phldrT="[Text]"/>
      <dgm:spPr/>
      <dgm:t>
        <a:bodyPr/>
        <a:lstStyle/>
        <a:p>
          <a:r>
            <a:rPr lang="en-US" dirty="0"/>
            <a:t>SPECIFICATION</a:t>
          </a:r>
          <a:endParaRPr lang="en-PK" dirty="0"/>
        </a:p>
      </dgm:t>
    </dgm:pt>
    <dgm:pt modelId="{6CF66ADF-12AC-4C01-B85C-549B5B59B62E}" type="parTrans" cxnId="{37CAE4A8-EF3D-4D61-817A-CEEF7DDDA8BC}">
      <dgm:prSet/>
      <dgm:spPr/>
      <dgm:t>
        <a:bodyPr/>
        <a:lstStyle/>
        <a:p>
          <a:endParaRPr lang="en-PK"/>
        </a:p>
      </dgm:t>
    </dgm:pt>
    <dgm:pt modelId="{30264259-959E-4633-82E7-702A5377EB07}" type="sibTrans" cxnId="{37CAE4A8-EF3D-4D61-817A-CEEF7DDDA8BC}">
      <dgm:prSet/>
      <dgm:spPr/>
      <dgm:t>
        <a:bodyPr/>
        <a:lstStyle/>
        <a:p>
          <a:endParaRPr lang="en-PK"/>
        </a:p>
      </dgm:t>
    </dgm:pt>
    <dgm:pt modelId="{1CD9E9AD-9528-4191-8EDC-405E16AD046A}">
      <dgm:prSet phldrT="[Text]"/>
      <dgm:spPr/>
      <dgm:t>
        <a:bodyPr/>
        <a:lstStyle/>
        <a:p>
          <a:r>
            <a:rPr lang="en-US" dirty="0"/>
            <a:t>VALIDATION</a:t>
          </a:r>
          <a:endParaRPr lang="en-PK" dirty="0"/>
        </a:p>
      </dgm:t>
    </dgm:pt>
    <dgm:pt modelId="{7D440713-FE7A-43D9-841A-479C01C2ACD6}" type="parTrans" cxnId="{FD839952-9C27-4549-8B29-C9835AF28E8A}">
      <dgm:prSet/>
      <dgm:spPr/>
      <dgm:t>
        <a:bodyPr/>
        <a:lstStyle/>
        <a:p>
          <a:endParaRPr lang="en-PK"/>
        </a:p>
      </dgm:t>
    </dgm:pt>
    <dgm:pt modelId="{C9CBE4D9-EFB9-487C-A439-B141B1F43DA3}" type="sibTrans" cxnId="{FD839952-9C27-4549-8B29-C9835AF28E8A}">
      <dgm:prSet/>
      <dgm:spPr/>
      <dgm:t>
        <a:bodyPr/>
        <a:lstStyle/>
        <a:p>
          <a:endParaRPr lang="en-PK"/>
        </a:p>
      </dgm:t>
    </dgm:pt>
    <dgm:pt modelId="{806A5561-87F4-42B9-AFAA-8DD771386A04}">
      <dgm:prSet phldrT="[Text]"/>
      <dgm:spPr/>
      <dgm:t>
        <a:bodyPr/>
        <a:lstStyle/>
        <a:p>
          <a:r>
            <a:rPr lang="en-US" dirty="0"/>
            <a:t>ANALYSIS</a:t>
          </a:r>
          <a:endParaRPr lang="en-PK" dirty="0"/>
        </a:p>
      </dgm:t>
    </dgm:pt>
    <dgm:pt modelId="{544CC9A3-F5CB-4F71-B941-E0D926D6CC14}" type="parTrans" cxnId="{2C00083B-7CE9-4EB2-BE15-D75FADEEEFA1}">
      <dgm:prSet/>
      <dgm:spPr/>
      <dgm:t>
        <a:bodyPr/>
        <a:lstStyle/>
        <a:p>
          <a:endParaRPr lang="en-PK"/>
        </a:p>
      </dgm:t>
    </dgm:pt>
    <dgm:pt modelId="{A3800754-6910-454A-AE67-F893065861E7}" type="sibTrans" cxnId="{2C00083B-7CE9-4EB2-BE15-D75FADEEEFA1}">
      <dgm:prSet/>
      <dgm:spPr/>
      <dgm:t>
        <a:bodyPr/>
        <a:lstStyle/>
        <a:p>
          <a:endParaRPr lang="en-PK"/>
        </a:p>
      </dgm:t>
    </dgm:pt>
    <dgm:pt modelId="{C4236BCD-F944-4443-B382-044C0D321706}" type="pres">
      <dgm:prSet presAssocID="{6A701CB7-0205-4BAF-8D0E-D1727BEBA1F0}" presName="Name0" presStyleCnt="0">
        <dgm:presLayoutVars>
          <dgm:dir/>
          <dgm:animOne val="branch"/>
          <dgm:animLvl val="lvl"/>
        </dgm:presLayoutVars>
      </dgm:prSet>
      <dgm:spPr/>
    </dgm:pt>
    <dgm:pt modelId="{EC834116-3EC4-43C5-B18E-3BE91104B4FA}" type="pres">
      <dgm:prSet presAssocID="{FDF11ED2-D6D5-4BB1-958A-7BDA30DD6113}" presName="chaos" presStyleCnt="0"/>
      <dgm:spPr/>
    </dgm:pt>
    <dgm:pt modelId="{D76E43DE-AA29-433C-AB18-073382AEBA8D}" type="pres">
      <dgm:prSet presAssocID="{FDF11ED2-D6D5-4BB1-958A-7BDA30DD6113}" presName="parTx1" presStyleLbl="revTx" presStyleIdx="0" presStyleCnt="3"/>
      <dgm:spPr/>
    </dgm:pt>
    <dgm:pt modelId="{77ACB721-D7F7-424B-8014-8ACF66F53A2D}" type="pres">
      <dgm:prSet presAssocID="{FDF11ED2-D6D5-4BB1-958A-7BDA30DD6113}" presName="c1" presStyleLbl="node1" presStyleIdx="0" presStyleCnt="19"/>
      <dgm:spPr/>
    </dgm:pt>
    <dgm:pt modelId="{4E93DE5B-6B7F-4F42-A091-983E6113497B}" type="pres">
      <dgm:prSet presAssocID="{FDF11ED2-D6D5-4BB1-958A-7BDA30DD6113}" presName="c2" presStyleLbl="node1" presStyleIdx="1" presStyleCnt="19"/>
      <dgm:spPr/>
    </dgm:pt>
    <dgm:pt modelId="{275A21F8-688D-4A0B-9BD1-EC899AAA6CA2}" type="pres">
      <dgm:prSet presAssocID="{FDF11ED2-D6D5-4BB1-958A-7BDA30DD6113}" presName="c3" presStyleLbl="node1" presStyleIdx="2" presStyleCnt="19"/>
      <dgm:spPr/>
    </dgm:pt>
    <dgm:pt modelId="{E9FCB138-CE92-4923-8904-05A053DCC82A}" type="pres">
      <dgm:prSet presAssocID="{FDF11ED2-D6D5-4BB1-958A-7BDA30DD6113}" presName="c4" presStyleLbl="node1" presStyleIdx="3" presStyleCnt="19"/>
      <dgm:spPr/>
    </dgm:pt>
    <dgm:pt modelId="{43A639BB-4747-484F-AB85-05624CB2AE42}" type="pres">
      <dgm:prSet presAssocID="{FDF11ED2-D6D5-4BB1-958A-7BDA30DD6113}" presName="c5" presStyleLbl="node1" presStyleIdx="4" presStyleCnt="19"/>
      <dgm:spPr/>
    </dgm:pt>
    <dgm:pt modelId="{B6C517F3-B054-4DD6-8B4D-CC18E86A5CEA}" type="pres">
      <dgm:prSet presAssocID="{FDF11ED2-D6D5-4BB1-958A-7BDA30DD6113}" presName="c6" presStyleLbl="node1" presStyleIdx="5" presStyleCnt="19"/>
      <dgm:spPr/>
    </dgm:pt>
    <dgm:pt modelId="{BF4816A9-18A4-4D1F-909C-EE76A0582AC9}" type="pres">
      <dgm:prSet presAssocID="{FDF11ED2-D6D5-4BB1-958A-7BDA30DD6113}" presName="c7" presStyleLbl="node1" presStyleIdx="6" presStyleCnt="19"/>
      <dgm:spPr/>
    </dgm:pt>
    <dgm:pt modelId="{9EA3C8E9-D44C-4C67-B303-DDDBAE5154B6}" type="pres">
      <dgm:prSet presAssocID="{FDF11ED2-D6D5-4BB1-958A-7BDA30DD6113}" presName="c8" presStyleLbl="node1" presStyleIdx="7" presStyleCnt="19"/>
      <dgm:spPr/>
    </dgm:pt>
    <dgm:pt modelId="{22C36677-B9AB-41DB-BDF8-7175743DD959}" type="pres">
      <dgm:prSet presAssocID="{FDF11ED2-D6D5-4BB1-958A-7BDA30DD6113}" presName="c9" presStyleLbl="node1" presStyleIdx="8" presStyleCnt="19"/>
      <dgm:spPr/>
    </dgm:pt>
    <dgm:pt modelId="{9AAB324F-5D29-44D5-919F-6B71DCDA3771}" type="pres">
      <dgm:prSet presAssocID="{FDF11ED2-D6D5-4BB1-958A-7BDA30DD6113}" presName="c10" presStyleLbl="node1" presStyleIdx="9" presStyleCnt="19"/>
      <dgm:spPr/>
    </dgm:pt>
    <dgm:pt modelId="{87ED47CD-845F-4E1D-B4D4-A1B412BFF6D9}" type="pres">
      <dgm:prSet presAssocID="{FDF11ED2-D6D5-4BB1-958A-7BDA30DD6113}" presName="c11" presStyleLbl="node1" presStyleIdx="10" presStyleCnt="19"/>
      <dgm:spPr/>
    </dgm:pt>
    <dgm:pt modelId="{A51D19C2-6CFE-4854-AD04-50B2DB1390A8}" type="pres">
      <dgm:prSet presAssocID="{FDF11ED2-D6D5-4BB1-958A-7BDA30DD6113}" presName="c12" presStyleLbl="node1" presStyleIdx="11" presStyleCnt="19"/>
      <dgm:spPr/>
    </dgm:pt>
    <dgm:pt modelId="{D45188B3-D9F2-4C7A-B6AD-7F7BD787396F}" type="pres">
      <dgm:prSet presAssocID="{FDF11ED2-D6D5-4BB1-958A-7BDA30DD6113}" presName="c13" presStyleLbl="node1" presStyleIdx="12" presStyleCnt="19"/>
      <dgm:spPr/>
    </dgm:pt>
    <dgm:pt modelId="{EB31ACC4-169B-45EA-810F-0D622ED56AC7}" type="pres">
      <dgm:prSet presAssocID="{FDF11ED2-D6D5-4BB1-958A-7BDA30DD6113}" presName="c14" presStyleLbl="node1" presStyleIdx="13" presStyleCnt="19"/>
      <dgm:spPr/>
    </dgm:pt>
    <dgm:pt modelId="{D2329633-591E-41D9-8ADE-1F020C0BEF7A}" type="pres">
      <dgm:prSet presAssocID="{FDF11ED2-D6D5-4BB1-958A-7BDA30DD6113}" presName="c15" presStyleLbl="node1" presStyleIdx="14" presStyleCnt="19"/>
      <dgm:spPr/>
    </dgm:pt>
    <dgm:pt modelId="{0D4B31DE-57CC-4E87-AC38-162807B4A2C9}" type="pres">
      <dgm:prSet presAssocID="{FDF11ED2-D6D5-4BB1-958A-7BDA30DD6113}" presName="c16" presStyleLbl="node1" presStyleIdx="15" presStyleCnt="19"/>
      <dgm:spPr/>
    </dgm:pt>
    <dgm:pt modelId="{797EA5CD-534E-4129-ACB0-A2A0D19C20C3}" type="pres">
      <dgm:prSet presAssocID="{FDF11ED2-D6D5-4BB1-958A-7BDA30DD6113}" presName="c17" presStyleLbl="node1" presStyleIdx="16" presStyleCnt="19"/>
      <dgm:spPr/>
    </dgm:pt>
    <dgm:pt modelId="{A4AB6D75-AA7B-404D-944B-2D5D7BDF3D3B}" type="pres">
      <dgm:prSet presAssocID="{FDF11ED2-D6D5-4BB1-958A-7BDA30DD6113}" presName="c18" presStyleLbl="node1" presStyleIdx="17" presStyleCnt="19"/>
      <dgm:spPr/>
    </dgm:pt>
    <dgm:pt modelId="{2825D3E7-C121-4A24-A6D7-50F17E30C52A}" type="pres">
      <dgm:prSet presAssocID="{7C4E90C2-AB9A-40BD-8C23-E82CB457BD8A}" presName="chevronComposite1" presStyleCnt="0"/>
      <dgm:spPr/>
    </dgm:pt>
    <dgm:pt modelId="{F6448E01-BCA9-4AA0-9F49-DC7D0E16ECBD}" type="pres">
      <dgm:prSet presAssocID="{7C4E90C2-AB9A-40BD-8C23-E82CB457BD8A}" presName="chevron1" presStyleLbl="sibTrans2D1" presStyleIdx="0" presStyleCnt="3"/>
      <dgm:spPr/>
    </dgm:pt>
    <dgm:pt modelId="{C94D94BF-58FE-4979-9FCF-83760FA512DB}" type="pres">
      <dgm:prSet presAssocID="{7C4E90C2-AB9A-40BD-8C23-E82CB457BD8A}" presName="spChevron1" presStyleCnt="0"/>
      <dgm:spPr/>
    </dgm:pt>
    <dgm:pt modelId="{347D182E-1DC6-4944-A0BD-4BD3D9E2221B}" type="pres">
      <dgm:prSet presAssocID="{806A5561-87F4-42B9-AFAA-8DD771386A04}" presName="middle" presStyleCnt="0"/>
      <dgm:spPr/>
    </dgm:pt>
    <dgm:pt modelId="{443784AB-BE5F-4387-825E-836483787185}" type="pres">
      <dgm:prSet presAssocID="{806A5561-87F4-42B9-AFAA-8DD771386A04}" presName="parTxMid" presStyleLbl="revTx" presStyleIdx="1" presStyleCnt="3"/>
      <dgm:spPr/>
    </dgm:pt>
    <dgm:pt modelId="{2D646D55-E488-4685-AD7E-5A61712E5D1A}" type="pres">
      <dgm:prSet presAssocID="{806A5561-87F4-42B9-AFAA-8DD771386A04}" presName="spMid" presStyleCnt="0"/>
      <dgm:spPr/>
    </dgm:pt>
    <dgm:pt modelId="{7AB1FB6E-FD72-4C1B-A680-B35DFF368278}" type="pres">
      <dgm:prSet presAssocID="{A3800754-6910-454A-AE67-F893065861E7}" presName="chevronComposite1" presStyleCnt="0"/>
      <dgm:spPr/>
    </dgm:pt>
    <dgm:pt modelId="{9C0E2544-6AEA-4BF7-B189-155940E17FA4}" type="pres">
      <dgm:prSet presAssocID="{A3800754-6910-454A-AE67-F893065861E7}" presName="chevron1" presStyleLbl="sibTrans2D1" presStyleIdx="1" presStyleCnt="3"/>
      <dgm:spPr/>
    </dgm:pt>
    <dgm:pt modelId="{8C1523A9-FC01-4298-BB13-0E249DF25737}" type="pres">
      <dgm:prSet presAssocID="{A3800754-6910-454A-AE67-F893065861E7}" presName="spChevron1" presStyleCnt="0"/>
      <dgm:spPr/>
    </dgm:pt>
    <dgm:pt modelId="{D4560357-3A77-45A5-8B2A-2C25DEB40623}" type="pres">
      <dgm:prSet presAssocID="{A5495125-A0A5-487D-BF39-C3B320525A69}" presName="middle" presStyleCnt="0"/>
      <dgm:spPr/>
    </dgm:pt>
    <dgm:pt modelId="{56BFA5DC-E938-4DFE-917A-8019FFF3B88F}" type="pres">
      <dgm:prSet presAssocID="{A5495125-A0A5-487D-BF39-C3B320525A69}" presName="parTxMid" presStyleLbl="revTx" presStyleIdx="2" presStyleCnt="3"/>
      <dgm:spPr/>
    </dgm:pt>
    <dgm:pt modelId="{0882DBE9-B223-4526-AEBA-176BC5A49854}" type="pres">
      <dgm:prSet presAssocID="{A5495125-A0A5-487D-BF39-C3B320525A69}" presName="spMid" presStyleCnt="0"/>
      <dgm:spPr/>
    </dgm:pt>
    <dgm:pt modelId="{4F464DED-685A-4946-B840-29A3D06C9294}" type="pres">
      <dgm:prSet presAssocID="{30264259-959E-4633-82E7-702A5377EB07}" presName="chevronComposite1" presStyleCnt="0"/>
      <dgm:spPr/>
    </dgm:pt>
    <dgm:pt modelId="{57C17C17-4791-4CC5-9674-C6A268F9C459}" type="pres">
      <dgm:prSet presAssocID="{30264259-959E-4633-82E7-702A5377EB07}" presName="chevron1" presStyleLbl="sibTrans2D1" presStyleIdx="2" presStyleCnt="3"/>
      <dgm:spPr/>
    </dgm:pt>
    <dgm:pt modelId="{18AAFED2-D903-4178-BAC3-819D8722CB0C}" type="pres">
      <dgm:prSet presAssocID="{30264259-959E-4633-82E7-702A5377EB07}" presName="spChevron1" presStyleCnt="0"/>
      <dgm:spPr/>
    </dgm:pt>
    <dgm:pt modelId="{E22A96B3-E511-4D69-9C08-FD18C7476D9E}" type="pres">
      <dgm:prSet presAssocID="{1CD9E9AD-9528-4191-8EDC-405E16AD046A}" presName="last" presStyleCnt="0"/>
      <dgm:spPr/>
    </dgm:pt>
    <dgm:pt modelId="{28EF14F6-8BEA-4CAC-8340-743CE0B78BE7}" type="pres">
      <dgm:prSet presAssocID="{1CD9E9AD-9528-4191-8EDC-405E16AD046A}" presName="circleTx" presStyleLbl="node1" presStyleIdx="18" presStyleCnt="19"/>
      <dgm:spPr/>
    </dgm:pt>
    <dgm:pt modelId="{79A9A84E-1E5D-4881-BA7B-4CBFBCB649BF}" type="pres">
      <dgm:prSet presAssocID="{1CD9E9AD-9528-4191-8EDC-405E16AD046A}" presName="spN" presStyleCnt="0"/>
      <dgm:spPr/>
    </dgm:pt>
  </dgm:ptLst>
  <dgm:cxnLst>
    <dgm:cxn modelId="{A7E6FA05-D5AA-4478-BD47-282AB79E316B}" type="presOf" srcId="{1CD9E9AD-9528-4191-8EDC-405E16AD046A}" destId="{28EF14F6-8BEA-4CAC-8340-743CE0B78BE7}" srcOrd="0" destOrd="0" presId="urn:microsoft.com/office/officeart/2009/3/layout/RandomtoResultProcess"/>
    <dgm:cxn modelId="{44153C0E-EFBD-4FB9-8968-69F4E2E33FDB}" type="presOf" srcId="{6A701CB7-0205-4BAF-8D0E-D1727BEBA1F0}" destId="{C4236BCD-F944-4443-B382-044C0D321706}" srcOrd="0" destOrd="0" presId="urn:microsoft.com/office/officeart/2009/3/layout/RandomtoResultProcess"/>
    <dgm:cxn modelId="{2C00083B-7CE9-4EB2-BE15-D75FADEEEFA1}" srcId="{6A701CB7-0205-4BAF-8D0E-D1727BEBA1F0}" destId="{806A5561-87F4-42B9-AFAA-8DD771386A04}" srcOrd="1" destOrd="0" parTransId="{544CC9A3-F5CB-4F71-B941-E0D926D6CC14}" sibTransId="{A3800754-6910-454A-AE67-F893065861E7}"/>
    <dgm:cxn modelId="{90DF9043-B589-4783-98A5-AE17DCC87998}" type="presOf" srcId="{806A5561-87F4-42B9-AFAA-8DD771386A04}" destId="{443784AB-BE5F-4387-825E-836483787185}" srcOrd="0" destOrd="0" presId="urn:microsoft.com/office/officeart/2009/3/layout/RandomtoResultProcess"/>
    <dgm:cxn modelId="{FD839952-9C27-4549-8B29-C9835AF28E8A}" srcId="{6A701CB7-0205-4BAF-8D0E-D1727BEBA1F0}" destId="{1CD9E9AD-9528-4191-8EDC-405E16AD046A}" srcOrd="3" destOrd="0" parTransId="{7D440713-FE7A-43D9-841A-479C01C2ACD6}" sibTransId="{C9CBE4D9-EFB9-487C-A439-B141B1F43DA3}"/>
    <dgm:cxn modelId="{A0C12892-4BBA-4938-8E2B-45388AF002D5}" type="presOf" srcId="{FDF11ED2-D6D5-4BB1-958A-7BDA30DD6113}" destId="{D76E43DE-AA29-433C-AB18-073382AEBA8D}" srcOrd="0" destOrd="0" presId="urn:microsoft.com/office/officeart/2009/3/layout/RandomtoResultProcess"/>
    <dgm:cxn modelId="{37CAE4A8-EF3D-4D61-817A-CEEF7DDDA8BC}" srcId="{6A701CB7-0205-4BAF-8D0E-D1727BEBA1F0}" destId="{A5495125-A0A5-487D-BF39-C3B320525A69}" srcOrd="2" destOrd="0" parTransId="{6CF66ADF-12AC-4C01-B85C-549B5B59B62E}" sibTransId="{30264259-959E-4633-82E7-702A5377EB07}"/>
    <dgm:cxn modelId="{254322B5-B0D4-4199-809E-2040ABB548AB}" srcId="{6A701CB7-0205-4BAF-8D0E-D1727BEBA1F0}" destId="{FDF11ED2-D6D5-4BB1-958A-7BDA30DD6113}" srcOrd="0" destOrd="0" parTransId="{6B3CB23B-DC8C-4C46-97E7-82C5188DB6C2}" sibTransId="{7C4E90C2-AB9A-40BD-8C23-E82CB457BD8A}"/>
    <dgm:cxn modelId="{DDA4E5FD-B090-4761-8C69-5098D0B10D07}" type="presOf" srcId="{A5495125-A0A5-487D-BF39-C3B320525A69}" destId="{56BFA5DC-E938-4DFE-917A-8019FFF3B88F}" srcOrd="0" destOrd="0" presId="urn:microsoft.com/office/officeart/2009/3/layout/RandomtoResultProcess"/>
    <dgm:cxn modelId="{8FD3A7AB-230C-4A42-A653-731DAAC43A49}" type="presParOf" srcId="{C4236BCD-F944-4443-B382-044C0D321706}" destId="{EC834116-3EC4-43C5-B18E-3BE91104B4FA}" srcOrd="0" destOrd="0" presId="urn:microsoft.com/office/officeart/2009/3/layout/RandomtoResultProcess"/>
    <dgm:cxn modelId="{B3903A12-EA07-40F3-8C28-57ADB496E212}" type="presParOf" srcId="{EC834116-3EC4-43C5-B18E-3BE91104B4FA}" destId="{D76E43DE-AA29-433C-AB18-073382AEBA8D}" srcOrd="0" destOrd="0" presId="urn:microsoft.com/office/officeart/2009/3/layout/RandomtoResultProcess"/>
    <dgm:cxn modelId="{0A8E2645-FB46-42F8-AFBD-39EA7335C913}" type="presParOf" srcId="{EC834116-3EC4-43C5-B18E-3BE91104B4FA}" destId="{77ACB721-D7F7-424B-8014-8ACF66F53A2D}" srcOrd="1" destOrd="0" presId="urn:microsoft.com/office/officeart/2009/3/layout/RandomtoResultProcess"/>
    <dgm:cxn modelId="{408CF4CD-ADA4-4A7F-8053-719BDF1B9847}" type="presParOf" srcId="{EC834116-3EC4-43C5-B18E-3BE91104B4FA}" destId="{4E93DE5B-6B7F-4F42-A091-983E6113497B}" srcOrd="2" destOrd="0" presId="urn:microsoft.com/office/officeart/2009/3/layout/RandomtoResultProcess"/>
    <dgm:cxn modelId="{823D8673-C39B-41A8-A4B4-9D7F332931F1}" type="presParOf" srcId="{EC834116-3EC4-43C5-B18E-3BE91104B4FA}" destId="{275A21F8-688D-4A0B-9BD1-EC899AAA6CA2}" srcOrd="3" destOrd="0" presId="urn:microsoft.com/office/officeart/2009/3/layout/RandomtoResultProcess"/>
    <dgm:cxn modelId="{F088710C-66DB-4732-A883-884001174068}" type="presParOf" srcId="{EC834116-3EC4-43C5-B18E-3BE91104B4FA}" destId="{E9FCB138-CE92-4923-8904-05A053DCC82A}" srcOrd="4" destOrd="0" presId="urn:microsoft.com/office/officeart/2009/3/layout/RandomtoResultProcess"/>
    <dgm:cxn modelId="{D15C0010-BD34-4D20-B883-1D83AFC0C0A3}" type="presParOf" srcId="{EC834116-3EC4-43C5-B18E-3BE91104B4FA}" destId="{43A639BB-4747-484F-AB85-05624CB2AE42}" srcOrd="5" destOrd="0" presId="urn:microsoft.com/office/officeart/2009/3/layout/RandomtoResultProcess"/>
    <dgm:cxn modelId="{CF866AFA-EA2F-4D6B-AC09-92F0424712F5}" type="presParOf" srcId="{EC834116-3EC4-43C5-B18E-3BE91104B4FA}" destId="{B6C517F3-B054-4DD6-8B4D-CC18E86A5CEA}" srcOrd="6" destOrd="0" presId="urn:microsoft.com/office/officeart/2009/3/layout/RandomtoResultProcess"/>
    <dgm:cxn modelId="{78194CA3-313F-49D2-8940-C537031F227C}" type="presParOf" srcId="{EC834116-3EC4-43C5-B18E-3BE91104B4FA}" destId="{BF4816A9-18A4-4D1F-909C-EE76A0582AC9}" srcOrd="7" destOrd="0" presId="urn:microsoft.com/office/officeart/2009/3/layout/RandomtoResultProcess"/>
    <dgm:cxn modelId="{B1C578AE-9B3A-4577-BFCD-7ECEDF602207}" type="presParOf" srcId="{EC834116-3EC4-43C5-B18E-3BE91104B4FA}" destId="{9EA3C8E9-D44C-4C67-B303-DDDBAE5154B6}" srcOrd="8" destOrd="0" presId="urn:microsoft.com/office/officeart/2009/3/layout/RandomtoResultProcess"/>
    <dgm:cxn modelId="{993FD57E-1F80-481C-B56E-E2D632066B36}" type="presParOf" srcId="{EC834116-3EC4-43C5-B18E-3BE91104B4FA}" destId="{22C36677-B9AB-41DB-BDF8-7175743DD959}" srcOrd="9" destOrd="0" presId="urn:microsoft.com/office/officeart/2009/3/layout/RandomtoResultProcess"/>
    <dgm:cxn modelId="{8526C8D7-300D-45A9-A1C2-3061FB047AF1}" type="presParOf" srcId="{EC834116-3EC4-43C5-B18E-3BE91104B4FA}" destId="{9AAB324F-5D29-44D5-919F-6B71DCDA3771}" srcOrd="10" destOrd="0" presId="urn:microsoft.com/office/officeart/2009/3/layout/RandomtoResultProcess"/>
    <dgm:cxn modelId="{AA7659B6-467A-410D-B010-DA9CC07FC663}" type="presParOf" srcId="{EC834116-3EC4-43C5-B18E-3BE91104B4FA}" destId="{87ED47CD-845F-4E1D-B4D4-A1B412BFF6D9}" srcOrd="11" destOrd="0" presId="urn:microsoft.com/office/officeart/2009/3/layout/RandomtoResultProcess"/>
    <dgm:cxn modelId="{29678DF1-FFF0-46C3-8B29-52334B9EE3EB}" type="presParOf" srcId="{EC834116-3EC4-43C5-B18E-3BE91104B4FA}" destId="{A51D19C2-6CFE-4854-AD04-50B2DB1390A8}" srcOrd="12" destOrd="0" presId="urn:microsoft.com/office/officeart/2009/3/layout/RandomtoResultProcess"/>
    <dgm:cxn modelId="{0DF5E732-7060-4DEE-860C-5FF1F273F809}" type="presParOf" srcId="{EC834116-3EC4-43C5-B18E-3BE91104B4FA}" destId="{D45188B3-D9F2-4C7A-B6AD-7F7BD787396F}" srcOrd="13" destOrd="0" presId="urn:microsoft.com/office/officeart/2009/3/layout/RandomtoResultProcess"/>
    <dgm:cxn modelId="{6E0DB0F6-2074-4A37-8F5A-FA24B9DD9BDD}" type="presParOf" srcId="{EC834116-3EC4-43C5-B18E-3BE91104B4FA}" destId="{EB31ACC4-169B-45EA-810F-0D622ED56AC7}" srcOrd="14" destOrd="0" presId="urn:microsoft.com/office/officeart/2009/3/layout/RandomtoResultProcess"/>
    <dgm:cxn modelId="{336F3F1B-5891-41F3-9641-C0F0A1F66B8A}" type="presParOf" srcId="{EC834116-3EC4-43C5-B18E-3BE91104B4FA}" destId="{D2329633-591E-41D9-8ADE-1F020C0BEF7A}" srcOrd="15" destOrd="0" presId="urn:microsoft.com/office/officeart/2009/3/layout/RandomtoResultProcess"/>
    <dgm:cxn modelId="{A5349217-9084-41CD-8BD4-5444270A5AD2}" type="presParOf" srcId="{EC834116-3EC4-43C5-B18E-3BE91104B4FA}" destId="{0D4B31DE-57CC-4E87-AC38-162807B4A2C9}" srcOrd="16" destOrd="0" presId="urn:microsoft.com/office/officeart/2009/3/layout/RandomtoResultProcess"/>
    <dgm:cxn modelId="{3249D884-A844-4C23-83DF-14324A2603D7}" type="presParOf" srcId="{EC834116-3EC4-43C5-B18E-3BE91104B4FA}" destId="{797EA5CD-534E-4129-ACB0-A2A0D19C20C3}" srcOrd="17" destOrd="0" presId="urn:microsoft.com/office/officeart/2009/3/layout/RandomtoResultProcess"/>
    <dgm:cxn modelId="{045B1276-3A4A-4AC9-8A2A-85182082C00C}" type="presParOf" srcId="{EC834116-3EC4-43C5-B18E-3BE91104B4FA}" destId="{A4AB6D75-AA7B-404D-944B-2D5D7BDF3D3B}" srcOrd="18" destOrd="0" presId="urn:microsoft.com/office/officeart/2009/3/layout/RandomtoResultProcess"/>
    <dgm:cxn modelId="{F042F690-9011-49AC-9893-21BB75550D3F}" type="presParOf" srcId="{C4236BCD-F944-4443-B382-044C0D321706}" destId="{2825D3E7-C121-4A24-A6D7-50F17E30C52A}" srcOrd="1" destOrd="0" presId="urn:microsoft.com/office/officeart/2009/3/layout/RandomtoResultProcess"/>
    <dgm:cxn modelId="{FBE010F8-2600-460E-9D04-74AA4FB2C7FA}" type="presParOf" srcId="{2825D3E7-C121-4A24-A6D7-50F17E30C52A}" destId="{F6448E01-BCA9-4AA0-9F49-DC7D0E16ECBD}" srcOrd="0" destOrd="0" presId="urn:microsoft.com/office/officeart/2009/3/layout/RandomtoResultProcess"/>
    <dgm:cxn modelId="{B7D41477-7056-4C3E-B40B-4BB7B8023B66}" type="presParOf" srcId="{2825D3E7-C121-4A24-A6D7-50F17E30C52A}" destId="{C94D94BF-58FE-4979-9FCF-83760FA512DB}" srcOrd="1" destOrd="0" presId="urn:microsoft.com/office/officeart/2009/3/layout/RandomtoResultProcess"/>
    <dgm:cxn modelId="{4D64140F-CD0A-4ED8-8867-4C0F95486F8B}" type="presParOf" srcId="{C4236BCD-F944-4443-B382-044C0D321706}" destId="{347D182E-1DC6-4944-A0BD-4BD3D9E2221B}" srcOrd="2" destOrd="0" presId="urn:microsoft.com/office/officeart/2009/3/layout/RandomtoResultProcess"/>
    <dgm:cxn modelId="{C1EDB9F9-8E4E-41FD-9C87-E3D21F631BF4}" type="presParOf" srcId="{347D182E-1DC6-4944-A0BD-4BD3D9E2221B}" destId="{443784AB-BE5F-4387-825E-836483787185}" srcOrd="0" destOrd="0" presId="urn:microsoft.com/office/officeart/2009/3/layout/RandomtoResultProcess"/>
    <dgm:cxn modelId="{F817F83B-C740-40DC-AAA7-F9022DC06838}" type="presParOf" srcId="{347D182E-1DC6-4944-A0BD-4BD3D9E2221B}" destId="{2D646D55-E488-4685-AD7E-5A61712E5D1A}" srcOrd="1" destOrd="0" presId="urn:microsoft.com/office/officeart/2009/3/layout/RandomtoResultProcess"/>
    <dgm:cxn modelId="{AE2AB9F6-C0A6-48D9-9804-655D9FEA9EE2}" type="presParOf" srcId="{C4236BCD-F944-4443-B382-044C0D321706}" destId="{7AB1FB6E-FD72-4C1B-A680-B35DFF368278}" srcOrd="3" destOrd="0" presId="urn:microsoft.com/office/officeart/2009/3/layout/RandomtoResultProcess"/>
    <dgm:cxn modelId="{A16295B2-48D2-4B7A-971D-A615D0ED94AC}" type="presParOf" srcId="{7AB1FB6E-FD72-4C1B-A680-B35DFF368278}" destId="{9C0E2544-6AEA-4BF7-B189-155940E17FA4}" srcOrd="0" destOrd="0" presId="urn:microsoft.com/office/officeart/2009/3/layout/RandomtoResultProcess"/>
    <dgm:cxn modelId="{16DC87B3-AD38-4489-BCAF-E59B66DC8224}" type="presParOf" srcId="{7AB1FB6E-FD72-4C1B-A680-B35DFF368278}" destId="{8C1523A9-FC01-4298-BB13-0E249DF25737}" srcOrd="1" destOrd="0" presId="urn:microsoft.com/office/officeart/2009/3/layout/RandomtoResultProcess"/>
    <dgm:cxn modelId="{D7B7FE1F-A842-463F-BC09-118E204AA63F}" type="presParOf" srcId="{C4236BCD-F944-4443-B382-044C0D321706}" destId="{D4560357-3A77-45A5-8B2A-2C25DEB40623}" srcOrd="4" destOrd="0" presId="urn:microsoft.com/office/officeart/2009/3/layout/RandomtoResultProcess"/>
    <dgm:cxn modelId="{76BFDB04-4F0A-4B64-AC4D-F60747001D69}" type="presParOf" srcId="{D4560357-3A77-45A5-8B2A-2C25DEB40623}" destId="{56BFA5DC-E938-4DFE-917A-8019FFF3B88F}" srcOrd="0" destOrd="0" presId="urn:microsoft.com/office/officeart/2009/3/layout/RandomtoResultProcess"/>
    <dgm:cxn modelId="{D6331E1B-6A51-422C-BF36-785D411C123E}" type="presParOf" srcId="{D4560357-3A77-45A5-8B2A-2C25DEB40623}" destId="{0882DBE9-B223-4526-AEBA-176BC5A49854}" srcOrd="1" destOrd="0" presId="urn:microsoft.com/office/officeart/2009/3/layout/RandomtoResultProcess"/>
    <dgm:cxn modelId="{1432C41D-0FC9-420F-A4F2-2BF9B4AC24F2}" type="presParOf" srcId="{C4236BCD-F944-4443-B382-044C0D321706}" destId="{4F464DED-685A-4946-B840-29A3D06C9294}" srcOrd="5" destOrd="0" presId="urn:microsoft.com/office/officeart/2009/3/layout/RandomtoResultProcess"/>
    <dgm:cxn modelId="{280D56C8-7FCF-4695-9C75-BED27B6A63D1}" type="presParOf" srcId="{4F464DED-685A-4946-B840-29A3D06C9294}" destId="{57C17C17-4791-4CC5-9674-C6A268F9C459}" srcOrd="0" destOrd="0" presId="urn:microsoft.com/office/officeart/2009/3/layout/RandomtoResultProcess"/>
    <dgm:cxn modelId="{991CFFBD-132F-47BB-8241-F2D27BBC690E}" type="presParOf" srcId="{4F464DED-685A-4946-B840-29A3D06C9294}" destId="{18AAFED2-D903-4178-BAC3-819D8722CB0C}" srcOrd="1" destOrd="0" presId="urn:microsoft.com/office/officeart/2009/3/layout/RandomtoResultProcess"/>
    <dgm:cxn modelId="{E2A3AD43-D83C-4764-8D25-00EB6AAB132E}" type="presParOf" srcId="{C4236BCD-F944-4443-B382-044C0D321706}" destId="{E22A96B3-E511-4D69-9C08-FD18C7476D9E}" srcOrd="6" destOrd="0" presId="urn:microsoft.com/office/officeart/2009/3/layout/RandomtoResultProcess"/>
    <dgm:cxn modelId="{14B860C2-082D-4F24-8126-C08E5EF72DCD}" type="presParOf" srcId="{E22A96B3-E511-4D69-9C08-FD18C7476D9E}" destId="{28EF14F6-8BEA-4CAC-8340-743CE0B78BE7}" srcOrd="0" destOrd="0" presId="urn:microsoft.com/office/officeart/2009/3/layout/RandomtoResultProcess"/>
    <dgm:cxn modelId="{172EBEDE-E00A-4B8B-A24D-4B1AEA568506}" type="presParOf" srcId="{E22A96B3-E511-4D69-9C08-FD18C7476D9E}" destId="{79A9A84E-1E5D-4881-BA7B-4CBFBCB649BF}" srcOrd="1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800EFE6-A1AF-47E8-89BD-BEA73F74A344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8375E177-2C46-4E00-93FA-A52ED037285C}">
      <dgm:prSet phldrT="[Text]"/>
      <dgm:spPr/>
      <dgm:t>
        <a:bodyPr/>
        <a:lstStyle/>
        <a:p>
          <a:r>
            <a:rPr lang="en-US" dirty="0"/>
            <a:t>Requirements</a:t>
          </a:r>
          <a:endParaRPr lang="en-PK" dirty="0"/>
        </a:p>
      </dgm:t>
    </dgm:pt>
    <dgm:pt modelId="{6C7CFFAD-CCB7-41EA-9F22-83EC690FA956}" type="parTrans" cxnId="{A1879550-33CD-4FAA-A292-C351C07DFD3F}">
      <dgm:prSet/>
      <dgm:spPr/>
      <dgm:t>
        <a:bodyPr/>
        <a:lstStyle/>
        <a:p>
          <a:endParaRPr lang="en-PK"/>
        </a:p>
      </dgm:t>
    </dgm:pt>
    <dgm:pt modelId="{2C7DFDB4-43AE-4AA6-A2A2-7B3DE87D1041}" type="sibTrans" cxnId="{A1879550-33CD-4FAA-A292-C351C07DFD3F}">
      <dgm:prSet/>
      <dgm:spPr/>
      <dgm:t>
        <a:bodyPr/>
        <a:lstStyle/>
        <a:p>
          <a:endParaRPr lang="en-PK"/>
        </a:p>
      </dgm:t>
    </dgm:pt>
    <dgm:pt modelId="{B37604D1-D4CE-462B-9383-CA47C0BD6AC7}">
      <dgm:prSet phldrT="[Text]"/>
      <dgm:spPr/>
      <dgm:t>
        <a:bodyPr/>
        <a:lstStyle/>
        <a:p>
          <a:r>
            <a:rPr lang="en-US" dirty="0"/>
            <a:t>User Requirements</a:t>
          </a:r>
          <a:endParaRPr lang="en-PK" dirty="0"/>
        </a:p>
      </dgm:t>
    </dgm:pt>
    <dgm:pt modelId="{E2B6C1F2-715C-4E64-BF67-67FD160BBE31}" type="parTrans" cxnId="{9C954F7B-8EA6-4A46-89D9-EB4403F31491}">
      <dgm:prSet/>
      <dgm:spPr/>
      <dgm:t>
        <a:bodyPr/>
        <a:lstStyle/>
        <a:p>
          <a:endParaRPr lang="en-PK"/>
        </a:p>
      </dgm:t>
    </dgm:pt>
    <dgm:pt modelId="{C3586E62-7096-453A-A9AF-1A7D8DC5E7BD}" type="sibTrans" cxnId="{9C954F7B-8EA6-4A46-89D9-EB4403F31491}">
      <dgm:prSet/>
      <dgm:spPr/>
      <dgm:t>
        <a:bodyPr/>
        <a:lstStyle/>
        <a:p>
          <a:endParaRPr lang="en-PK"/>
        </a:p>
      </dgm:t>
    </dgm:pt>
    <dgm:pt modelId="{140BB72A-62D5-4E45-9AB6-504D24AC031A}">
      <dgm:prSet phldrT="[Text]"/>
      <dgm:spPr/>
      <dgm:t>
        <a:bodyPr/>
        <a:lstStyle/>
        <a:p>
          <a:r>
            <a:rPr lang="en-US" dirty="0"/>
            <a:t>System Requirements</a:t>
          </a:r>
          <a:endParaRPr lang="en-PK" dirty="0"/>
        </a:p>
      </dgm:t>
    </dgm:pt>
    <dgm:pt modelId="{F3D76F27-39E0-4E34-BE9B-A5408DA8C6D7}" type="parTrans" cxnId="{085AAE4E-9E78-4A42-AE0A-0044043ADC5E}">
      <dgm:prSet/>
      <dgm:spPr/>
      <dgm:t>
        <a:bodyPr/>
        <a:lstStyle/>
        <a:p>
          <a:endParaRPr lang="en-PK"/>
        </a:p>
      </dgm:t>
    </dgm:pt>
    <dgm:pt modelId="{08C4BC95-C098-459E-BE57-2512CCFF2A07}" type="sibTrans" cxnId="{085AAE4E-9E78-4A42-AE0A-0044043ADC5E}">
      <dgm:prSet/>
      <dgm:spPr/>
      <dgm:t>
        <a:bodyPr/>
        <a:lstStyle/>
        <a:p>
          <a:endParaRPr lang="en-PK"/>
        </a:p>
      </dgm:t>
    </dgm:pt>
    <dgm:pt modelId="{7BC1E221-1746-4BC1-8755-2CC44BC6599F}">
      <dgm:prSet phldrT="[Text]"/>
      <dgm:spPr/>
      <dgm:t>
        <a:bodyPr/>
        <a:lstStyle/>
        <a:p>
          <a:r>
            <a:rPr lang="en-US" dirty="0"/>
            <a:t>Domain Requirements</a:t>
          </a:r>
          <a:endParaRPr lang="en-PK" dirty="0"/>
        </a:p>
      </dgm:t>
    </dgm:pt>
    <dgm:pt modelId="{5D7CB3EC-58A1-4088-93B4-B6E1564775F9}" type="parTrans" cxnId="{D742C2FE-64AC-43E2-99FB-000A30861602}">
      <dgm:prSet/>
      <dgm:spPr/>
      <dgm:t>
        <a:bodyPr/>
        <a:lstStyle/>
        <a:p>
          <a:endParaRPr lang="en-PK"/>
        </a:p>
      </dgm:t>
    </dgm:pt>
    <dgm:pt modelId="{0D14B93F-9D3D-4B3E-A0CA-E986621B73A8}" type="sibTrans" cxnId="{D742C2FE-64AC-43E2-99FB-000A30861602}">
      <dgm:prSet/>
      <dgm:spPr/>
      <dgm:t>
        <a:bodyPr/>
        <a:lstStyle/>
        <a:p>
          <a:endParaRPr lang="en-PK"/>
        </a:p>
      </dgm:t>
    </dgm:pt>
    <dgm:pt modelId="{59CC2822-E850-4AC3-AB5E-13C096832925}" type="pres">
      <dgm:prSet presAssocID="{7800EFE6-A1AF-47E8-89BD-BEA73F74A344}" presName="composite" presStyleCnt="0">
        <dgm:presLayoutVars>
          <dgm:chMax val="1"/>
          <dgm:dir/>
          <dgm:resizeHandles val="exact"/>
        </dgm:presLayoutVars>
      </dgm:prSet>
      <dgm:spPr/>
    </dgm:pt>
    <dgm:pt modelId="{650EB684-8919-4AC5-9519-46CFFEA10542}" type="pres">
      <dgm:prSet presAssocID="{8375E177-2C46-4E00-93FA-A52ED037285C}" presName="roof" presStyleLbl="dkBgShp" presStyleIdx="0" presStyleCnt="2"/>
      <dgm:spPr/>
    </dgm:pt>
    <dgm:pt modelId="{FE736E2F-4F3A-42BF-938E-BB186CCD8051}" type="pres">
      <dgm:prSet presAssocID="{8375E177-2C46-4E00-93FA-A52ED037285C}" presName="pillars" presStyleCnt="0"/>
      <dgm:spPr/>
    </dgm:pt>
    <dgm:pt modelId="{569D4458-9BDE-4DA2-9AA5-C1B05098CCED}" type="pres">
      <dgm:prSet presAssocID="{8375E177-2C46-4E00-93FA-A52ED037285C}" presName="pillar1" presStyleLbl="node1" presStyleIdx="0" presStyleCnt="3">
        <dgm:presLayoutVars>
          <dgm:bulletEnabled val="1"/>
        </dgm:presLayoutVars>
      </dgm:prSet>
      <dgm:spPr/>
    </dgm:pt>
    <dgm:pt modelId="{15AC3DB0-8993-4DD0-A54C-956407675178}" type="pres">
      <dgm:prSet presAssocID="{140BB72A-62D5-4E45-9AB6-504D24AC031A}" presName="pillarX" presStyleLbl="node1" presStyleIdx="1" presStyleCnt="3">
        <dgm:presLayoutVars>
          <dgm:bulletEnabled val="1"/>
        </dgm:presLayoutVars>
      </dgm:prSet>
      <dgm:spPr/>
    </dgm:pt>
    <dgm:pt modelId="{7E4EF0DA-0A03-4EFE-8E7B-BE441FCD0794}" type="pres">
      <dgm:prSet presAssocID="{7BC1E221-1746-4BC1-8755-2CC44BC6599F}" presName="pillarX" presStyleLbl="node1" presStyleIdx="2" presStyleCnt="3">
        <dgm:presLayoutVars>
          <dgm:bulletEnabled val="1"/>
        </dgm:presLayoutVars>
      </dgm:prSet>
      <dgm:spPr/>
    </dgm:pt>
    <dgm:pt modelId="{B432FFF6-1B42-4C06-A922-B869A873398B}" type="pres">
      <dgm:prSet presAssocID="{8375E177-2C46-4E00-93FA-A52ED037285C}" presName="base" presStyleLbl="dkBgShp" presStyleIdx="1" presStyleCnt="2"/>
      <dgm:spPr/>
    </dgm:pt>
  </dgm:ptLst>
  <dgm:cxnLst>
    <dgm:cxn modelId="{40119E27-ED83-4234-9620-8ECCCF611527}" type="presOf" srcId="{B37604D1-D4CE-462B-9383-CA47C0BD6AC7}" destId="{569D4458-9BDE-4DA2-9AA5-C1B05098CCED}" srcOrd="0" destOrd="0" presId="urn:microsoft.com/office/officeart/2005/8/layout/hList3"/>
    <dgm:cxn modelId="{5A42EA48-8FDA-4499-9107-9ABDAB969590}" type="presOf" srcId="{8375E177-2C46-4E00-93FA-A52ED037285C}" destId="{650EB684-8919-4AC5-9519-46CFFEA10542}" srcOrd="0" destOrd="0" presId="urn:microsoft.com/office/officeart/2005/8/layout/hList3"/>
    <dgm:cxn modelId="{085AAE4E-9E78-4A42-AE0A-0044043ADC5E}" srcId="{8375E177-2C46-4E00-93FA-A52ED037285C}" destId="{140BB72A-62D5-4E45-9AB6-504D24AC031A}" srcOrd="1" destOrd="0" parTransId="{F3D76F27-39E0-4E34-BE9B-A5408DA8C6D7}" sibTransId="{08C4BC95-C098-459E-BE57-2512CCFF2A07}"/>
    <dgm:cxn modelId="{A1879550-33CD-4FAA-A292-C351C07DFD3F}" srcId="{7800EFE6-A1AF-47E8-89BD-BEA73F74A344}" destId="{8375E177-2C46-4E00-93FA-A52ED037285C}" srcOrd="0" destOrd="0" parTransId="{6C7CFFAD-CCB7-41EA-9F22-83EC690FA956}" sibTransId="{2C7DFDB4-43AE-4AA6-A2A2-7B3DE87D1041}"/>
    <dgm:cxn modelId="{9C954F7B-8EA6-4A46-89D9-EB4403F31491}" srcId="{8375E177-2C46-4E00-93FA-A52ED037285C}" destId="{B37604D1-D4CE-462B-9383-CA47C0BD6AC7}" srcOrd="0" destOrd="0" parTransId="{E2B6C1F2-715C-4E64-BF67-67FD160BBE31}" sibTransId="{C3586E62-7096-453A-A9AF-1A7D8DC5E7BD}"/>
    <dgm:cxn modelId="{FEFC3B95-6722-44FC-B320-A33E626F4247}" type="presOf" srcId="{140BB72A-62D5-4E45-9AB6-504D24AC031A}" destId="{15AC3DB0-8993-4DD0-A54C-956407675178}" srcOrd="0" destOrd="0" presId="urn:microsoft.com/office/officeart/2005/8/layout/hList3"/>
    <dgm:cxn modelId="{E3602EC1-6323-48E4-903E-D43988430339}" type="presOf" srcId="{7800EFE6-A1AF-47E8-89BD-BEA73F74A344}" destId="{59CC2822-E850-4AC3-AB5E-13C096832925}" srcOrd="0" destOrd="0" presId="urn:microsoft.com/office/officeart/2005/8/layout/hList3"/>
    <dgm:cxn modelId="{FD7BEEF1-8207-4394-BB92-5D7D78466902}" type="presOf" srcId="{7BC1E221-1746-4BC1-8755-2CC44BC6599F}" destId="{7E4EF0DA-0A03-4EFE-8E7B-BE441FCD0794}" srcOrd="0" destOrd="0" presId="urn:microsoft.com/office/officeart/2005/8/layout/hList3"/>
    <dgm:cxn modelId="{D742C2FE-64AC-43E2-99FB-000A30861602}" srcId="{8375E177-2C46-4E00-93FA-A52ED037285C}" destId="{7BC1E221-1746-4BC1-8755-2CC44BC6599F}" srcOrd="2" destOrd="0" parTransId="{5D7CB3EC-58A1-4088-93B4-B6E1564775F9}" sibTransId="{0D14B93F-9D3D-4B3E-A0CA-E986621B73A8}"/>
    <dgm:cxn modelId="{65245A9B-557C-426C-BB3E-4ED0306B68D7}" type="presParOf" srcId="{59CC2822-E850-4AC3-AB5E-13C096832925}" destId="{650EB684-8919-4AC5-9519-46CFFEA10542}" srcOrd="0" destOrd="0" presId="urn:microsoft.com/office/officeart/2005/8/layout/hList3"/>
    <dgm:cxn modelId="{61D27123-3941-40A9-A9C2-34256F950906}" type="presParOf" srcId="{59CC2822-E850-4AC3-AB5E-13C096832925}" destId="{FE736E2F-4F3A-42BF-938E-BB186CCD8051}" srcOrd="1" destOrd="0" presId="urn:microsoft.com/office/officeart/2005/8/layout/hList3"/>
    <dgm:cxn modelId="{08299033-66BA-44DE-8397-83832D6112BB}" type="presParOf" srcId="{FE736E2F-4F3A-42BF-938E-BB186CCD8051}" destId="{569D4458-9BDE-4DA2-9AA5-C1B05098CCED}" srcOrd="0" destOrd="0" presId="urn:microsoft.com/office/officeart/2005/8/layout/hList3"/>
    <dgm:cxn modelId="{F3914879-CA02-44BC-A8A4-D54631DB0F94}" type="presParOf" srcId="{FE736E2F-4F3A-42BF-938E-BB186CCD8051}" destId="{15AC3DB0-8993-4DD0-A54C-956407675178}" srcOrd="1" destOrd="0" presId="urn:microsoft.com/office/officeart/2005/8/layout/hList3"/>
    <dgm:cxn modelId="{6D222C11-9913-4D9C-A226-A64E36CC2242}" type="presParOf" srcId="{FE736E2F-4F3A-42BF-938E-BB186CCD8051}" destId="{7E4EF0DA-0A03-4EFE-8E7B-BE441FCD0794}" srcOrd="2" destOrd="0" presId="urn:microsoft.com/office/officeart/2005/8/layout/hList3"/>
    <dgm:cxn modelId="{EA4D0EB3-CF34-4CB2-A0A5-C4AFF06DE3DB}" type="presParOf" srcId="{59CC2822-E850-4AC3-AB5E-13C096832925}" destId="{B432FFF6-1B42-4C06-A922-B869A873398B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B10950-5F02-4840-9296-F35400990798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BA1EF2BA-A203-4D14-8853-1C77FA1289C9}">
      <dgm:prSet phldrT="[Text]"/>
      <dgm:spPr/>
      <dgm:t>
        <a:bodyPr/>
        <a:lstStyle/>
        <a:p>
          <a:r>
            <a:rPr lang="en-US" dirty="0"/>
            <a:t>REQUIREMENTS</a:t>
          </a:r>
          <a:endParaRPr lang="en-PK" dirty="0"/>
        </a:p>
      </dgm:t>
    </dgm:pt>
    <dgm:pt modelId="{EF3F9F5A-B580-410B-8933-D58ABA8DE4BD}" type="parTrans" cxnId="{DA09B34E-7F93-4B10-A67B-7E2ED98A2365}">
      <dgm:prSet/>
      <dgm:spPr/>
      <dgm:t>
        <a:bodyPr/>
        <a:lstStyle/>
        <a:p>
          <a:endParaRPr lang="en-PK"/>
        </a:p>
      </dgm:t>
    </dgm:pt>
    <dgm:pt modelId="{DCE73B65-2EC1-456A-AEE9-8693D8F38400}" type="sibTrans" cxnId="{DA09B34E-7F93-4B10-A67B-7E2ED98A2365}">
      <dgm:prSet/>
      <dgm:spPr/>
      <dgm:t>
        <a:bodyPr/>
        <a:lstStyle/>
        <a:p>
          <a:endParaRPr lang="en-PK"/>
        </a:p>
      </dgm:t>
    </dgm:pt>
    <dgm:pt modelId="{711F64EF-80BB-473C-8A90-C397AD1D26CD}">
      <dgm:prSet phldrT="[Text]"/>
      <dgm:spPr/>
      <dgm:t>
        <a:bodyPr/>
        <a:lstStyle/>
        <a:p>
          <a:r>
            <a:rPr lang="en-US" dirty="0"/>
            <a:t>FUNCTIONAL REQUIREMENTS</a:t>
          </a:r>
          <a:endParaRPr lang="en-PK" dirty="0"/>
        </a:p>
      </dgm:t>
    </dgm:pt>
    <dgm:pt modelId="{9E5AA94C-7307-44E7-AE27-3D46B99BB0E5}" type="parTrans" cxnId="{785CCC81-FEC9-4206-BE03-EB38F0846A98}">
      <dgm:prSet/>
      <dgm:spPr/>
      <dgm:t>
        <a:bodyPr/>
        <a:lstStyle/>
        <a:p>
          <a:endParaRPr lang="en-PK"/>
        </a:p>
      </dgm:t>
    </dgm:pt>
    <dgm:pt modelId="{01998AD8-C859-4610-8A4B-624A37E85725}" type="sibTrans" cxnId="{785CCC81-FEC9-4206-BE03-EB38F0846A98}">
      <dgm:prSet/>
      <dgm:spPr/>
      <dgm:t>
        <a:bodyPr/>
        <a:lstStyle/>
        <a:p>
          <a:endParaRPr lang="en-PK"/>
        </a:p>
      </dgm:t>
    </dgm:pt>
    <dgm:pt modelId="{C4D6A77A-8481-4203-9D83-87D0AC4CCA4D}">
      <dgm:prSet phldrT="[Text]"/>
      <dgm:spPr/>
      <dgm:t>
        <a:bodyPr/>
        <a:lstStyle/>
        <a:p>
          <a:r>
            <a:rPr lang="en-US" dirty="0"/>
            <a:t>NON-FUNCTIONAL REQUIREMENTS</a:t>
          </a:r>
          <a:endParaRPr lang="en-PK" dirty="0"/>
        </a:p>
      </dgm:t>
    </dgm:pt>
    <dgm:pt modelId="{EB39B67C-2C63-4F7F-BD09-E537F5C595C1}" type="parTrans" cxnId="{F15B23F6-60C9-4605-AB46-DA1E0E024856}">
      <dgm:prSet/>
      <dgm:spPr/>
      <dgm:t>
        <a:bodyPr/>
        <a:lstStyle/>
        <a:p>
          <a:endParaRPr lang="en-PK"/>
        </a:p>
      </dgm:t>
    </dgm:pt>
    <dgm:pt modelId="{6749254F-BBB5-4F3E-BA17-C0CFDD334B10}" type="sibTrans" cxnId="{F15B23F6-60C9-4605-AB46-DA1E0E024856}">
      <dgm:prSet/>
      <dgm:spPr/>
      <dgm:t>
        <a:bodyPr/>
        <a:lstStyle/>
        <a:p>
          <a:endParaRPr lang="en-PK"/>
        </a:p>
      </dgm:t>
    </dgm:pt>
    <dgm:pt modelId="{98FCC73E-EC06-473A-B851-5117F7EF8795}" type="pres">
      <dgm:prSet presAssocID="{63B10950-5F02-4840-9296-F35400990798}" presName="Name0" presStyleCnt="0">
        <dgm:presLayoutVars>
          <dgm:dir/>
          <dgm:animLvl val="lvl"/>
          <dgm:resizeHandles val="exact"/>
        </dgm:presLayoutVars>
      </dgm:prSet>
      <dgm:spPr/>
    </dgm:pt>
    <dgm:pt modelId="{B651E68C-54D0-43D7-AA4D-9B8D63AE4CE5}" type="pres">
      <dgm:prSet presAssocID="{BA1EF2BA-A203-4D14-8853-1C77FA1289C9}" presName="boxAndChildren" presStyleCnt="0"/>
      <dgm:spPr/>
    </dgm:pt>
    <dgm:pt modelId="{B2F26AF7-A28E-4ACA-94B9-0E7FDA968C77}" type="pres">
      <dgm:prSet presAssocID="{BA1EF2BA-A203-4D14-8853-1C77FA1289C9}" presName="parentTextBox" presStyleLbl="node1" presStyleIdx="0" presStyleCnt="1"/>
      <dgm:spPr/>
    </dgm:pt>
    <dgm:pt modelId="{DE0C4EEB-D495-4779-B9DF-CCD7F8C988B2}" type="pres">
      <dgm:prSet presAssocID="{BA1EF2BA-A203-4D14-8853-1C77FA1289C9}" presName="entireBox" presStyleLbl="node1" presStyleIdx="0" presStyleCnt="1"/>
      <dgm:spPr/>
    </dgm:pt>
    <dgm:pt modelId="{774D775F-56AD-41BD-ACAC-0918C24E6587}" type="pres">
      <dgm:prSet presAssocID="{BA1EF2BA-A203-4D14-8853-1C77FA1289C9}" presName="descendantBox" presStyleCnt="0"/>
      <dgm:spPr/>
    </dgm:pt>
    <dgm:pt modelId="{4CAAB31D-79D2-4744-8ACD-73A01F57AEB6}" type="pres">
      <dgm:prSet presAssocID="{711F64EF-80BB-473C-8A90-C397AD1D26CD}" presName="childTextBox" presStyleLbl="fgAccFollowNode1" presStyleIdx="0" presStyleCnt="2">
        <dgm:presLayoutVars>
          <dgm:bulletEnabled val="1"/>
        </dgm:presLayoutVars>
      </dgm:prSet>
      <dgm:spPr/>
    </dgm:pt>
    <dgm:pt modelId="{20BC8A71-1BE6-463C-BB46-5281617F8A82}" type="pres">
      <dgm:prSet presAssocID="{C4D6A77A-8481-4203-9D83-87D0AC4CCA4D}" presName="childTextBox" presStyleLbl="fgAccFollowNode1" presStyleIdx="1" presStyleCnt="2">
        <dgm:presLayoutVars>
          <dgm:bulletEnabled val="1"/>
        </dgm:presLayoutVars>
      </dgm:prSet>
      <dgm:spPr/>
    </dgm:pt>
  </dgm:ptLst>
  <dgm:cxnLst>
    <dgm:cxn modelId="{68890C00-7B3E-4FBC-AAF4-47B995FF84B9}" type="presOf" srcId="{BA1EF2BA-A203-4D14-8853-1C77FA1289C9}" destId="{B2F26AF7-A28E-4ACA-94B9-0E7FDA968C77}" srcOrd="0" destOrd="0" presId="urn:microsoft.com/office/officeart/2005/8/layout/process4"/>
    <dgm:cxn modelId="{DA09B34E-7F93-4B10-A67B-7E2ED98A2365}" srcId="{63B10950-5F02-4840-9296-F35400990798}" destId="{BA1EF2BA-A203-4D14-8853-1C77FA1289C9}" srcOrd="0" destOrd="0" parTransId="{EF3F9F5A-B580-410B-8933-D58ABA8DE4BD}" sibTransId="{DCE73B65-2EC1-456A-AEE9-8693D8F38400}"/>
    <dgm:cxn modelId="{785CCC81-FEC9-4206-BE03-EB38F0846A98}" srcId="{BA1EF2BA-A203-4D14-8853-1C77FA1289C9}" destId="{711F64EF-80BB-473C-8A90-C397AD1D26CD}" srcOrd="0" destOrd="0" parTransId="{9E5AA94C-7307-44E7-AE27-3D46B99BB0E5}" sibTransId="{01998AD8-C859-4610-8A4B-624A37E85725}"/>
    <dgm:cxn modelId="{E07690A1-CB59-4165-AAF1-FA8362465428}" type="presOf" srcId="{63B10950-5F02-4840-9296-F35400990798}" destId="{98FCC73E-EC06-473A-B851-5117F7EF8795}" srcOrd="0" destOrd="0" presId="urn:microsoft.com/office/officeart/2005/8/layout/process4"/>
    <dgm:cxn modelId="{EB1345BD-3769-4089-849F-BD3F4EE79F74}" type="presOf" srcId="{C4D6A77A-8481-4203-9D83-87D0AC4CCA4D}" destId="{20BC8A71-1BE6-463C-BB46-5281617F8A82}" srcOrd="0" destOrd="0" presId="urn:microsoft.com/office/officeart/2005/8/layout/process4"/>
    <dgm:cxn modelId="{88A630CA-4FD4-43BD-A564-7887D1270A5C}" type="presOf" srcId="{BA1EF2BA-A203-4D14-8853-1C77FA1289C9}" destId="{DE0C4EEB-D495-4779-B9DF-CCD7F8C988B2}" srcOrd="1" destOrd="0" presId="urn:microsoft.com/office/officeart/2005/8/layout/process4"/>
    <dgm:cxn modelId="{3CD7EDE5-F93C-4BD3-8733-362401149CF1}" type="presOf" srcId="{711F64EF-80BB-473C-8A90-C397AD1D26CD}" destId="{4CAAB31D-79D2-4744-8ACD-73A01F57AEB6}" srcOrd="0" destOrd="0" presId="urn:microsoft.com/office/officeart/2005/8/layout/process4"/>
    <dgm:cxn modelId="{F15B23F6-60C9-4605-AB46-DA1E0E024856}" srcId="{BA1EF2BA-A203-4D14-8853-1C77FA1289C9}" destId="{C4D6A77A-8481-4203-9D83-87D0AC4CCA4D}" srcOrd="1" destOrd="0" parTransId="{EB39B67C-2C63-4F7F-BD09-E537F5C595C1}" sibTransId="{6749254F-BBB5-4F3E-BA17-C0CFDD334B10}"/>
    <dgm:cxn modelId="{FEEDF03E-3433-48D2-8EC9-8819304623B6}" type="presParOf" srcId="{98FCC73E-EC06-473A-B851-5117F7EF8795}" destId="{B651E68C-54D0-43D7-AA4D-9B8D63AE4CE5}" srcOrd="0" destOrd="0" presId="urn:microsoft.com/office/officeart/2005/8/layout/process4"/>
    <dgm:cxn modelId="{275F7AA9-86AA-43D3-9B90-6DFD8DCAACAB}" type="presParOf" srcId="{B651E68C-54D0-43D7-AA4D-9B8D63AE4CE5}" destId="{B2F26AF7-A28E-4ACA-94B9-0E7FDA968C77}" srcOrd="0" destOrd="0" presId="urn:microsoft.com/office/officeart/2005/8/layout/process4"/>
    <dgm:cxn modelId="{689EDCFD-955E-484D-9838-1256472D69A3}" type="presParOf" srcId="{B651E68C-54D0-43D7-AA4D-9B8D63AE4CE5}" destId="{DE0C4EEB-D495-4779-B9DF-CCD7F8C988B2}" srcOrd="1" destOrd="0" presId="urn:microsoft.com/office/officeart/2005/8/layout/process4"/>
    <dgm:cxn modelId="{1CCB7EDE-0D5C-4AC0-9B4B-43F761FFA62D}" type="presParOf" srcId="{B651E68C-54D0-43D7-AA4D-9B8D63AE4CE5}" destId="{774D775F-56AD-41BD-ACAC-0918C24E6587}" srcOrd="2" destOrd="0" presId="urn:microsoft.com/office/officeart/2005/8/layout/process4"/>
    <dgm:cxn modelId="{26CF20A7-DBBD-4876-9EB9-306B5B800FAB}" type="presParOf" srcId="{774D775F-56AD-41BD-ACAC-0918C24E6587}" destId="{4CAAB31D-79D2-4744-8ACD-73A01F57AEB6}" srcOrd="0" destOrd="0" presId="urn:microsoft.com/office/officeart/2005/8/layout/process4"/>
    <dgm:cxn modelId="{CF3E567B-F34B-4C99-80F0-899EEA243F33}" type="presParOf" srcId="{774D775F-56AD-41BD-ACAC-0918C24E6587}" destId="{20BC8A71-1BE6-463C-BB46-5281617F8A82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504317-5F94-43F9-AF35-0453DFEBB690}">
      <dsp:nvSpPr>
        <dsp:cNvPr id="0" name=""/>
        <dsp:cNvSpPr/>
      </dsp:nvSpPr>
      <dsp:spPr>
        <a:xfrm>
          <a:off x="0" y="1425495"/>
          <a:ext cx="1378743" cy="827246"/>
        </a:xfrm>
        <a:prstGeom prst="roundRect">
          <a:avLst>
            <a:gd name="adj" fmla="val 10000"/>
          </a:avLst>
        </a:prstGeom>
        <a:solidFill>
          <a:srgbClr val="92D050"/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Requirements</a:t>
          </a:r>
          <a:endParaRPr lang="en-PK" sz="1400" kern="1200" dirty="0"/>
        </a:p>
      </dsp:txBody>
      <dsp:txXfrm>
        <a:off x="24229" y="1449724"/>
        <a:ext cx="1330285" cy="778788"/>
      </dsp:txXfrm>
    </dsp:sp>
    <dsp:sp modelId="{0CC4AA5B-D66B-4996-8966-84456A168205}">
      <dsp:nvSpPr>
        <dsp:cNvPr id="0" name=""/>
        <dsp:cNvSpPr/>
      </dsp:nvSpPr>
      <dsp:spPr>
        <a:xfrm>
          <a:off x="1516618" y="1668154"/>
          <a:ext cx="292293" cy="3419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100" kern="1200"/>
        </a:p>
      </dsp:txBody>
      <dsp:txXfrm>
        <a:off x="1516618" y="1736540"/>
        <a:ext cx="204605" cy="205156"/>
      </dsp:txXfrm>
    </dsp:sp>
    <dsp:sp modelId="{9C128432-3613-4D4C-8156-C52AD87F0C47}">
      <dsp:nvSpPr>
        <dsp:cNvPr id="0" name=""/>
        <dsp:cNvSpPr/>
      </dsp:nvSpPr>
      <dsp:spPr>
        <a:xfrm>
          <a:off x="1930241" y="1425495"/>
          <a:ext cx="1378743" cy="8272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Design and Architecture</a:t>
          </a:r>
          <a:endParaRPr lang="en-PK" sz="1400" kern="1200" dirty="0"/>
        </a:p>
      </dsp:txBody>
      <dsp:txXfrm>
        <a:off x="1954470" y="1449724"/>
        <a:ext cx="1330285" cy="778788"/>
      </dsp:txXfrm>
    </dsp:sp>
    <dsp:sp modelId="{96291B64-5452-42A2-BB35-6E49DC1872EE}">
      <dsp:nvSpPr>
        <dsp:cNvPr id="0" name=""/>
        <dsp:cNvSpPr/>
      </dsp:nvSpPr>
      <dsp:spPr>
        <a:xfrm>
          <a:off x="3446859" y="1668154"/>
          <a:ext cx="292293" cy="3419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100" kern="1200"/>
        </a:p>
      </dsp:txBody>
      <dsp:txXfrm>
        <a:off x="3446859" y="1736540"/>
        <a:ext cx="204605" cy="205156"/>
      </dsp:txXfrm>
    </dsp:sp>
    <dsp:sp modelId="{92597A2E-0F40-4F1B-B614-DB4DC9C422A1}">
      <dsp:nvSpPr>
        <dsp:cNvPr id="0" name=""/>
        <dsp:cNvSpPr/>
      </dsp:nvSpPr>
      <dsp:spPr>
        <a:xfrm>
          <a:off x="3860482" y="1425495"/>
          <a:ext cx="1378743" cy="8272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Construction &amp; Development</a:t>
          </a:r>
          <a:endParaRPr lang="en-PK" sz="1400" kern="1200" dirty="0"/>
        </a:p>
      </dsp:txBody>
      <dsp:txXfrm>
        <a:off x="3884711" y="1449724"/>
        <a:ext cx="1330285" cy="778788"/>
      </dsp:txXfrm>
    </dsp:sp>
    <dsp:sp modelId="{E6897CD5-7E3F-482F-9F48-FBF8C59D04C8}">
      <dsp:nvSpPr>
        <dsp:cNvPr id="0" name=""/>
        <dsp:cNvSpPr/>
      </dsp:nvSpPr>
      <dsp:spPr>
        <a:xfrm>
          <a:off x="5377100" y="1668154"/>
          <a:ext cx="292293" cy="3419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100" kern="1200"/>
        </a:p>
      </dsp:txBody>
      <dsp:txXfrm>
        <a:off x="5377100" y="1736540"/>
        <a:ext cx="204605" cy="205156"/>
      </dsp:txXfrm>
    </dsp:sp>
    <dsp:sp modelId="{903DD7B7-F8AC-4DFF-9413-F3131790F3DC}">
      <dsp:nvSpPr>
        <dsp:cNvPr id="0" name=""/>
        <dsp:cNvSpPr/>
      </dsp:nvSpPr>
      <dsp:spPr>
        <a:xfrm>
          <a:off x="5790723" y="1425495"/>
          <a:ext cx="1378743" cy="8272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Quality(Testing)</a:t>
          </a:r>
          <a:endParaRPr lang="en-PK" sz="1400" kern="1200" dirty="0"/>
        </a:p>
      </dsp:txBody>
      <dsp:txXfrm>
        <a:off x="5814952" y="1449724"/>
        <a:ext cx="1330285" cy="778788"/>
      </dsp:txXfrm>
    </dsp:sp>
    <dsp:sp modelId="{31EFB395-CF02-4F76-95FF-8736CAFAF613}">
      <dsp:nvSpPr>
        <dsp:cNvPr id="0" name=""/>
        <dsp:cNvSpPr/>
      </dsp:nvSpPr>
      <dsp:spPr>
        <a:xfrm>
          <a:off x="7307341" y="1668154"/>
          <a:ext cx="292293" cy="3419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100" kern="1200"/>
        </a:p>
      </dsp:txBody>
      <dsp:txXfrm>
        <a:off x="7307341" y="1736540"/>
        <a:ext cx="204605" cy="205156"/>
      </dsp:txXfrm>
    </dsp:sp>
    <dsp:sp modelId="{B6FE8FD3-1E27-4B8F-BA5E-8AB434B551A9}">
      <dsp:nvSpPr>
        <dsp:cNvPr id="0" name=""/>
        <dsp:cNvSpPr/>
      </dsp:nvSpPr>
      <dsp:spPr>
        <a:xfrm>
          <a:off x="7720965" y="1425495"/>
          <a:ext cx="1378743" cy="8272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Deployment</a:t>
          </a:r>
          <a:endParaRPr lang="en-PK" sz="1400" kern="1200" dirty="0"/>
        </a:p>
      </dsp:txBody>
      <dsp:txXfrm>
        <a:off x="7745194" y="1449724"/>
        <a:ext cx="1330285" cy="778788"/>
      </dsp:txXfrm>
    </dsp:sp>
    <dsp:sp modelId="{655C2658-71AD-48A9-B576-5FFCF42DB143}">
      <dsp:nvSpPr>
        <dsp:cNvPr id="0" name=""/>
        <dsp:cNvSpPr/>
      </dsp:nvSpPr>
      <dsp:spPr>
        <a:xfrm>
          <a:off x="9237583" y="1668154"/>
          <a:ext cx="292293" cy="3419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100" kern="1200"/>
        </a:p>
      </dsp:txBody>
      <dsp:txXfrm>
        <a:off x="9237583" y="1736540"/>
        <a:ext cx="204605" cy="205156"/>
      </dsp:txXfrm>
    </dsp:sp>
    <dsp:sp modelId="{CC788886-0259-4574-B871-65A2379E08CE}">
      <dsp:nvSpPr>
        <dsp:cNvPr id="0" name=""/>
        <dsp:cNvSpPr/>
      </dsp:nvSpPr>
      <dsp:spPr>
        <a:xfrm>
          <a:off x="9651206" y="1425495"/>
          <a:ext cx="1378743" cy="8272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Maintenance</a:t>
          </a:r>
          <a:endParaRPr lang="en-PK" sz="1400" kern="1200" dirty="0"/>
        </a:p>
      </dsp:txBody>
      <dsp:txXfrm>
        <a:off x="9675435" y="1449724"/>
        <a:ext cx="1330285" cy="7787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6E43DE-AA29-433C-AB18-073382AEBA8D}">
      <dsp:nvSpPr>
        <dsp:cNvPr id="0" name=""/>
        <dsp:cNvSpPr/>
      </dsp:nvSpPr>
      <dsp:spPr>
        <a:xfrm>
          <a:off x="144166" y="1539257"/>
          <a:ext cx="2141868" cy="7058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ELICITATION</a:t>
          </a:r>
          <a:endParaRPr lang="en-PK" sz="1700" kern="1200" dirty="0"/>
        </a:p>
      </dsp:txBody>
      <dsp:txXfrm>
        <a:off x="144166" y="1539257"/>
        <a:ext cx="2141868" cy="705842"/>
      </dsp:txXfrm>
    </dsp:sp>
    <dsp:sp modelId="{77ACB721-D7F7-424B-8014-8ACF66F53A2D}">
      <dsp:nvSpPr>
        <dsp:cNvPr id="0" name=""/>
        <dsp:cNvSpPr/>
      </dsp:nvSpPr>
      <dsp:spPr>
        <a:xfrm>
          <a:off x="141732" y="1324583"/>
          <a:ext cx="170375" cy="1703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93DE5B-6B7F-4F42-A091-983E6113497B}">
      <dsp:nvSpPr>
        <dsp:cNvPr id="0" name=""/>
        <dsp:cNvSpPr/>
      </dsp:nvSpPr>
      <dsp:spPr>
        <a:xfrm>
          <a:off x="260995" y="1086057"/>
          <a:ext cx="170375" cy="1703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5A21F8-688D-4A0B-9BD1-EC899AAA6CA2}">
      <dsp:nvSpPr>
        <dsp:cNvPr id="0" name=""/>
        <dsp:cNvSpPr/>
      </dsp:nvSpPr>
      <dsp:spPr>
        <a:xfrm>
          <a:off x="547227" y="1133762"/>
          <a:ext cx="267733" cy="2677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FCB138-CE92-4923-8904-05A053DCC82A}">
      <dsp:nvSpPr>
        <dsp:cNvPr id="0" name=""/>
        <dsp:cNvSpPr/>
      </dsp:nvSpPr>
      <dsp:spPr>
        <a:xfrm>
          <a:off x="785753" y="871384"/>
          <a:ext cx="170375" cy="1703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A639BB-4747-484F-AB85-05624CB2AE42}">
      <dsp:nvSpPr>
        <dsp:cNvPr id="0" name=""/>
        <dsp:cNvSpPr/>
      </dsp:nvSpPr>
      <dsp:spPr>
        <a:xfrm>
          <a:off x="1095837" y="775973"/>
          <a:ext cx="170375" cy="1703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C517F3-B054-4DD6-8B4D-CC18E86A5CEA}">
      <dsp:nvSpPr>
        <dsp:cNvPr id="0" name=""/>
        <dsp:cNvSpPr/>
      </dsp:nvSpPr>
      <dsp:spPr>
        <a:xfrm>
          <a:off x="1477479" y="942941"/>
          <a:ext cx="170375" cy="1703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4816A9-18A4-4D1F-909C-EE76A0582AC9}">
      <dsp:nvSpPr>
        <dsp:cNvPr id="0" name=""/>
        <dsp:cNvSpPr/>
      </dsp:nvSpPr>
      <dsp:spPr>
        <a:xfrm>
          <a:off x="1716005" y="1062205"/>
          <a:ext cx="267733" cy="2677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A3C8E9-D44C-4C67-B303-DDDBAE5154B6}">
      <dsp:nvSpPr>
        <dsp:cNvPr id="0" name=""/>
        <dsp:cNvSpPr/>
      </dsp:nvSpPr>
      <dsp:spPr>
        <a:xfrm>
          <a:off x="2049942" y="1324583"/>
          <a:ext cx="170375" cy="1703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C36677-B9AB-41DB-BDF8-7175743DD959}">
      <dsp:nvSpPr>
        <dsp:cNvPr id="0" name=""/>
        <dsp:cNvSpPr/>
      </dsp:nvSpPr>
      <dsp:spPr>
        <a:xfrm>
          <a:off x="2193058" y="1586962"/>
          <a:ext cx="170375" cy="1703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AB324F-5D29-44D5-919F-6B71DCDA3771}">
      <dsp:nvSpPr>
        <dsp:cNvPr id="0" name=""/>
        <dsp:cNvSpPr/>
      </dsp:nvSpPr>
      <dsp:spPr>
        <a:xfrm>
          <a:off x="952721" y="1086057"/>
          <a:ext cx="438109" cy="4381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D47CD-845F-4E1D-B4D4-A1B412BFF6D9}">
      <dsp:nvSpPr>
        <dsp:cNvPr id="0" name=""/>
        <dsp:cNvSpPr/>
      </dsp:nvSpPr>
      <dsp:spPr>
        <a:xfrm>
          <a:off x="22469" y="1992457"/>
          <a:ext cx="170375" cy="1703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1D19C2-6CFE-4854-AD04-50B2DB1390A8}">
      <dsp:nvSpPr>
        <dsp:cNvPr id="0" name=""/>
        <dsp:cNvSpPr/>
      </dsp:nvSpPr>
      <dsp:spPr>
        <a:xfrm>
          <a:off x="165585" y="2207130"/>
          <a:ext cx="267733" cy="2677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5188B3-D9F2-4C7A-B6AD-7F7BD787396F}">
      <dsp:nvSpPr>
        <dsp:cNvPr id="0" name=""/>
        <dsp:cNvSpPr/>
      </dsp:nvSpPr>
      <dsp:spPr>
        <a:xfrm>
          <a:off x="523374" y="2397951"/>
          <a:ext cx="389430" cy="38943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31ACC4-169B-45EA-810F-0D622ED56AC7}">
      <dsp:nvSpPr>
        <dsp:cNvPr id="0" name=""/>
        <dsp:cNvSpPr/>
      </dsp:nvSpPr>
      <dsp:spPr>
        <a:xfrm>
          <a:off x="1024279" y="2708035"/>
          <a:ext cx="170375" cy="1703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329633-591E-41D9-8ADE-1F020C0BEF7A}">
      <dsp:nvSpPr>
        <dsp:cNvPr id="0" name=""/>
        <dsp:cNvSpPr/>
      </dsp:nvSpPr>
      <dsp:spPr>
        <a:xfrm>
          <a:off x="1119690" y="2397951"/>
          <a:ext cx="267733" cy="2677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4B31DE-57CC-4E87-AC38-162807B4A2C9}">
      <dsp:nvSpPr>
        <dsp:cNvPr id="0" name=""/>
        <dsp:cNvSpPr/>
      </dsp:nvSpPr>
      <dsp:spPr>
        <a:xfrm>
          <a:off x="1358216" y="2731888"/>
          <a:ext cx="170375" cy="1703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7EA5CD-534E-4129-ACB0-A2A0D19C20C3}">
      <dsp:nvSpPr>
        <dsp:cNvPr id="0" name=""/>
        <dsp:cNvSpPr/>
      </dsp:nvSpPr>
      <dsp:spPr>
        <a:xfrm>
          <a:off x="1572890" y="2350246"/>
          <a:ext cx="389430" cy="38943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AB6D75-AA7B-404D-944B-2D5D7BDF3D3B}">
      <dsp:nvSpPr>
        <dsp:cNvPr id="0" name=""/>
        <dsp:cNvSpPr/>
      </dsp:nvSpPr>
      <dsp:spPr>
        <a:xfrm>
          <a:off x="2097647" y="2254836"/>
          <a:ext cx="267733" cy="2677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448E01-BCA9-4AA0-9F49-DC7D0E16ECBD}">
      <dsp:nvSpPr>
        <dsp:cNvPr id="0" name=""/>
        <dsp:cNvSpPr/>
      </dsp:nvSpPr>
      <dsp:spPr>
        <a:xfrm>
          <a:off x="2365381" y="1133366"/>
          <a:ext cx="786295" cy="1501123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3784AB-BE5F-4387-825E-836483787185}">
      <dsp:nvSpPr>
        <dsp:cNvPr id="0" name=""/>
        <dsp:cNvSpPr/>
      </dsp:nvSpPr>
      <dsp:spPr>
        <a:xfrm>
          <a:off x="3151676" y="1134095"/>
          <a:ext cx="2144441" cy="150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ANALYSIS</a:t>
          </a:r>
          <a:endParaRPr lang="en-PK" sz="1700" kern="1200" dirty="0"/>
        </a:p>
      </dsp:txBody>
      <dsp:txXfrm>
        <a:off x="3151676" y="1134095"/>
        <a:ext cx="2144441" cy="1501109"/>
      </dsp:txXfrm>
    </dsp:sp>
    <dsp:sp modelId="{9C0E2544-6AEA-4BF7-B189-155940E17FA4}">
      <dsp:nvSpPr>
        <dsp:cNvPr id="0" name=""/>
        <dsp:cNvSpPr/>
      </dsp:nvSpPr>
      <dsp:spPr>
        <a:xfrm>
          <a:off x="5296117" y="1133366"/>
          <a:ext cx="786295" cy="1501123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BFA5DC-E938-4DFE-917A-8019FFF3B88F}">
      <dsp:nvSpPr>
        <dsp:cNvPr id="0" name=""/>
        <dsp:cNvSpPr/>
      </dsp:nvSpPr>
      <dsp:spPr>
        <a:xfrm>
          <a:off x="6082413" y="1134095"/>
          <a:ext cx="2144441" cy="150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SPECIFICATION</a:t>
          </a:r>
          <a:endParaRPr lang="en-PK" sz="1700" kern="1200" dirty="0"/>
        </a:p>
      </dsp:txBody>
      <dsp:txXfrm>
        <a:off x="6082413" y="1134095"/>
        <a:ext cx="2144441" cy="1501109"/>
      </dsp:txXfrm>
    </dsp:sp>
    <dsp:sp modelId="{57C17C17-4791-4CC5-9674-C6A268F9C459}">
      <dsp:nvSpPr>
        <dsp:cNvPr id="0" name=""/>
        <dsp:cNvSpPr/>
      </dsp:nvSpPr>
      <dsp:spPr>
        <a:xfrm>
          <a:off x="8226854" y="1133366"/>
          <a:ext cx="786295" cy="1501123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EF14F6-8BEA-4CAC-8340-743CE0B78BE7}">
      <dsp:nvSpPr>
        <dsp:cNvPr id="0" name=""/>
        <dsp:cNvSpPr/>
      </dsp:nvSpPr>
      <dsp:spPr>
        <a:xfrm>
          <a:off x="9098927" y="1009310"/>
          <a:ext cx="1822775" cy="18227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VALIDATION</a:t>
          </a:r>
          <a:endParaRPr lang="en-PK" sz="1700" kern="1200" dirty="0"/>
        </a:p>
      </dsp:txBody>
      <dsp:txXfrm>
        <a:off x="9365866" y="1276249"/>
        <a:ext cx="1288897" cy="12888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0EB684-8919-4AC5-9519-46CFFEA10542}">
      <dsp:nvSpPr>
        <dsp:cNvPr id="0" name=""/>
        <dsp:cNvSpPr/>
      </dsp:nvSpPr>
      <dsp:spPr>
        <a:xfrm>
          <a:off x="0" y="0"/>
          <a:ext cx="11029950" cy="1103471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Requirements</a:t>
          </a:r>
          <a:endParaRPr lang="en-PK" sz="5200" kern="1200" dirty="0"/>
        </a:p>
      </dsp:txBody>
      <dsp:txXfrm>
        <a:off x="0" y="0"/>
        <a:ext cx="11029950" cy="1103471"/>
      </dsp:txXfrm>
    </dsp:sp>
    <dsp:sp modelId="{569D4458-9BDE-4DA2-9AA5-C1B05098CCED}">
      <dsp:nvSpPr>
        <dsp:cNvPr id="0" name=""/>
        <dsp:cNvSpPr/>
      </dsp:nvSpPr>
      <dsp:spPr>
        <a:xfrm>
          <a:off x="5385" y="1103471"/>
          <a:ext cx="3673059" cy="2317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User Requirements</a:t>
          </a:r>
          <a:endParaRPr lang="en-PK" sz="4600" kern="1200" dirty="0"/>
        </a:p>
      </dsp:txBody>
      <dsp:txXfrm>
        <a:off x="5385" y="1103471"/>
        <a:ext cx="3673059" cy="2317289"/>
      </dsp:txXfrm>
    </dsp:sp>
    <dsp:sp modelId="{15AC3DB0-8993-4DD0-A54C-956407675178}">
      <dsp:nvSpPr>
        <dsp:cNvPr id="0" name=""/>
        <dsp:cNvSpPr/>
      </dsp:nvSpPr>
      <dsp:spPr>
        <a:xfrm>
          <a:off x="3678445" y="1103471"/>
          <a:ext cx="3673059" cy="2317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System Requirements</a:t>
          </a:r>
          <a:endParaRPr lang="en-PK" sz="4600" kern="1200" dirty="0"/>
        </a:p>
      </dsp:txBody>
      <dsp:txXfrm>
        <a:off x="3678445" y="1103471"/>
        <a:ext cx="3673059" cy="2317289"/>
      </dsp:txXfrm>
    </dsp:sp>
    <dsp:sp modelId="{7E4EF0DA-0A03-4EFE-8E7B-BE441FCD0794}">
      <dsp:nvSpPr>
        <dsp:cNvPr id="0" name=""/>
        <dsp:cNvSpPr/>
      </dsp:nvSpPr>
      <dsp:spPr>
        <a:xfrm>
          <a:off x="7351504" y="1103471"/>
          <a:ext cx="3673059" cy="2317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Domain Requirements</a:t>
          </a:r>
          <a:endParaRPr lang="en-PK" sz="4600" kern="1200" dirty="0"/>
        </a:p>
      </dsp:txBody>
      <dsp:txXfrm>
        <a:off x="7351504" y="1103471"/>
        <a:ext cx="3673059" cy="2317289"/>
      </dsp:txXfrm>
    </dsp:sp>
    <dsp:sp modelId="{B432FFF6-1B42-4C06-A922-B869A873398B}">
      <dsp:nvSpPr>
        <dsp:cNvPr id="0" name=""/>
        <dsp:cNvSpPr/>
      </dsp:nvSpPr>
      <dsp:spPr>
        <a:xfrm>
          <a:off x="0" y="3420761"/>
          <a:ext cx="11029950" cy="25747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0C4EEB-D495-4779-B9DF-CCD7F8C988B2}">
      <dsp:nvSpPr>
        <dsp:cNvPr id="0" name=""/>
        <dsp:cNvSpPr/>
      </dsp:nvSpPr>
      <dsp:spPr>
        <a:xfrm>
          <a:off x="0" y="0"/>
          <a:ext cx="11029950" cy="36782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280" tIns="462280" rIns="462280" bIns="46228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REQUIREMENTS</a:t>
          </a:r>
          <a:endParaRPr lang="en-PK" sz="6500" kern="1200" dirty="0"/>
        </a:p>
      </dsp:txBody>
      <dsp:txXfrm>
        <a:off x="0" y="0"/>
        <a:ext cx="11029950" cy="1986248"/>
      </dsp:txXfrm>
    </dsp:sp>
    <dsp:sp modelId="{4CAAB31D-79D2-4744-8ACD-73A01F57AEB6}">
      <dsp:nvSpPr>
        <dsp:cNvPr id="0" name=""/>
        <dsp:cNvSpPr/>
      </dsp:nvSpPr>
      <dsp:spPr>
        <a:xfrm>
          <a:off x="0" y="1912683"/>
          <a:ext cx="5514975" cy="169198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8704" tIns="53340" rIns="298704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FUNCTIONAL REQUIREMENTS</a:t>
          </a:r>
          <a:endParaRPr lang="en-PK" sz="4200" kern="1200" dirty="0"/>
        </a:p>
      </dsp:txBody>
      <dsp:txXfrm>
        <a:off x="0" y="1912683"/>
        <a:ext cx="5514975" cy="1691989"/>
      </dsp:txXfrm>
    </dsp:sp>
    <dsp:sp modelId="{20BC8A71-1BE6-463C-BB46-5281617F8A82}">
      <dsp:nvSpPr>
        <dsp:cNvPr id="0" name=""/>
        <dsp:cNvSpPr/>
      </dsp:nvSpPr>
      <dsp:spPr>
        <a:xfrm>
          <a:off x="5514975" y="1912683"/>
          <a:ext cx="5514975" cy="169198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8704" tIns="53340" rIns="298704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NON-FUNCTIONAL REQUIREMENTS</a:t>
          </a:r>
          <a:endParaRPr lang="en-PK" sz="4200" kern="1200" dirty="0"/>
        </a:p>
      </dsp:txBody>
      <dsp:txXfrm>
        <a:off x="5514975" y="1912683"/>
        <a:ext cx="5514975" cy="16919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A3849E9-AF4A-4CAC-A7FC-B72F5F29BEBA}" type="datetimeFigureOut">
              <a:rPr lang="en-PK" smtClean="0"/>
              <a:t>03/09/2025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37797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49E9-AF4A-4CAC-A7FC-B72F5F29BEBA}" type="datetimeFigureOut">
              <a:rPr lang="en-PK" smtClean="0"/>
              <a:t>03/09/2025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64326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A3849E9-AF4A-4CAC-A7FC-B72F5F29BEBA}" type="datetimeFigureOut">
              <a:rPr lang="en-PK" smtClean="0"/>
              <a:t>03/09/2025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37533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49E9-AF4A-4CAC-A7FC-B72F5F29BEBA}" type="datetimeFigureOut">
              <a:rPr lang="en-PK" smtClean="0"/>
              <a:t>03/09/2025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40548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49E9-AF4A-4CAC-A7FC-B72F5F29BEBA}" type="datetimeFigureOut">
              <a:rPr lang="en-PK" smtClean="0"/>
              <a:t>03/09/2025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90608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49E9-AF4A-4CAC-A7FC-B72F5F29BEBA}" type="datetimeFigureOut">
              <a:rPr lang="en-PK" smtClean="0"/>
              <a:t>03/09/2025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82623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49E9-AF4A-4CAC-A7FC-B72F5F29BEBA}" type="datetimeFigureOut">
              <a:rPr lang="en-PK" smtClean="0"/>
              <a:t>03/09/2025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98366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A3849E9-AF4A-4CAC-A7FC-B72F5F29BEBA}" type="datetimeFigureOut">
              <a:rPr lang="en-PK" smtClean="0"/>
              <a:t>03/09/2025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12523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49E9-AF4A-4CAC-A7FC-B72F5F29BEBA}" type="datetimeFigureOut">
              <a:rPr lang="en-PK" smtClean="0"/>
              <a:t>03/09/2025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74570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49E9-AF4A-4CAC-A7FC-B72F5F29BEBA}" type="datetimeFigureOut">
              <a:rPr lang="en-PK" smtClean="0"/>
              <a:t>03/09/2025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0382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A3849E9-AF4A-4CAC-A7FC-B72F5F29BEBA}" type="datetimeFigureOut">
              <a:rPr lang="en-PK" smtClean="0"/>
              <a:t>03/09/2025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48957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A3849E9-AF4A-4CAC-A7FC-B72F5F29BEBA}" type="datetimeFigureOut">
              <a:rPr lang="en-PK" smtClean="0"/>
              <a:t>03/09/2025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56071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3CE94-1DBA-7036-87AC-8AF603F776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Software Engineering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321F7D-E5D4-757D-AFD9-C1BB3A85A0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Engr. Muhammad Umer Haroon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73022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5DA4E-59DA-1773-CB88-BF995D6CA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3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F3D18-7041-5C61-423F-69E9B7A7B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23341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2A316-9AC9-D231-2A8B-04342E9BB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SDLC</a:t>
            </a:r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A85A19-55AD-8CF1-337F-3C8A3EADCE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5028149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2935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A3BCC-1DE6-B450-103A-D660583D2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lecture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5735B-0677-8A1D-DA23-CCCCB53B4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36234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Importance of requirements</a:t>
            </a:r>
          </a:p>
          <a:p>
            <a:r>
              <a:rPr lang="en-US" dirty="0"/>
              <a:t>Different interpretations of requirements ?</a:t>
            </a:r>
          </a:p>
          <a:p>
            <a:r>
              <a:rPr lang="en-US" dirty="0"/>
              <a:t>Impact of bad requirements</a:t>
            </a:r>
          </a:p>
          <a:p>
            <a:pPr lvl="1"/>
            <a:r>
              <a:rPr lang="en-US" dirty="0"/>
              <a:t>Through out project</a:t>
            </a:r>
          </a:p>
          <a:p>
            <a:pPr lvl="1"/>
            <a:r>
              <a:rPr lang="en-US" dirty="0"/>
              <a:t>Overall project</a:t>
            </a:r>
          </a:p>
          <a:p>
            <a:r>
              <a:rPr lang="en-US" dirty="0"/>
              <a:t>Roles</a:t>
            </a:r>
          </a:p>
          <a:p>
            <a:pPr lvl="1"/>
            <a:r>
              <a:rPr lang="en-US" dirty="0"/>
              <a:t>Business Analyst</a:t>
            </a:r>
          </a:p>
          <a:p>
            <a:pPr lvl="1"/>
            <a:r>
              <a:rPr lang="en-US" dirty="0"/>
              <a:t>Software Requirement Engineer</a:t>
            </a:r>
          </a:p>
          <a:p>
            <a:r>
              <a:rPr lang="en-US" dirty="0"/>
              <a:t>Feasibility</a:t>
            </a:r>
          </a:p>
          <a:p>
            <a:r>
              <a:rPr lang="en-US" dirty="0"/>
              <a:t>Types of feasibility</a:t>
            </a:r>
          </a:p>
          <a:p>
            <a:r>
              <a:rPr lang="en-US" dirty="0"/>
              <a:t>Class activity about requirements</a:t>
            </a:r>
          </a:p>
          <a:p>
            <a:r>
              <a:rPr lang="en-US" dirty="0"/>
              <a:t>Problems identified : assumptions , developer biases , ambiguities</a:t>
            </a:r>
          </a:p>
          <a:p>
            <a:r>
              <a:rPr lang="en-US" dirty="0"/>
              <a:t>Solution ? Requirement phase should have its own sub phases …to be discussed in coming lecture</a:t>
            </a:r>
          </a:p>
          <a:p>
            <a:pPr marL="0" indent="0">
              <a:buNone/>
            </a:pPr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17519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EDBE2-1A05-FE05-7A80-FEA5B23635A3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Project vs product vs process</a:t>
            </a:r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0727D6F-9A39-DED4-E7B1-4DE8D0286B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5823348"/>
              </p:ext>
            </p:extLst>
          </p:nvPr>
        </p:nvGraphicFramePr>
        <p:xfrm>
          <a:off x="234797" y="3429000"/>
          <a:ext cx="11670160" cy="2474649"/>
        </p:xfrm>
        <a:graphic>
          <a:graphicData uri="http://schemas.openxmlformats.org/drawingml/2006/table">
            <a:tbl>
              <a:tblPr>
                <a:tableStyleId>{D03447BB-5D67-496B-8E87-E561075AD55C}</a:tableStyleId>
              </a:tblPr>
              <a:tblGrid>
                <a:gridCol w="2917540">
                  <a:extLst>
                    <a:ext uri="{9D8B030D-6E8A-4147-A177-3AD203B41FA5}">
                      <a16:colId xmlns:a16="http://schemas.microsoft.com/office/drawing/2014/main" val="3972516442"/>
                    </a:ext>
                  </a:extLst>
                </a:gridCol>
                <a:gridCol w="2917540">
                  <a:extLst>
                    <a:ext uri="{9D8B030D-6E8A-4147-A177-3AD203B41FA5}">
                      <a16:colId xmlns:a16="http://schemas.microsoft.com/office/drawing/2014/main" val="3310508958"/>
                    </a:ext>
                  </a:extLst>
                </a:gridCol>
                <a:gridCol w="2917540">
                  <a:extLst>
                    <a:ext uri="{9D8B030D-6E8A-4147-A177-3AD203B41FA5}">
                      <a16:colId xmlns:a16="http://schemas.microsoft.com/office/drawing/2014/main" val="2952447040"/>
                    </a:ext>
                  </a:extLst>
                </a:gridCol>
                <a:gridCol w="2917540">
                  <a:extLst>
                    <a:ext uri="{9D8B030D-6E8A-4147-A177-3AD203B41FA5}">
                      <a16:colId xmlns:a16="http://schemas.microsoft.com/office/drawing/2014/main" val="4014258667"/>
                    </a:ext>
                  </a:extLst>
                </a:gridCol>
              </a:tblGrid>
              <a:tr h="824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Process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489959"/>
                  </a:ext>
                </a:extLst>
              </a:tr>
              <a:tr h="824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Duration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Long-term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Continuous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Temporary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525044850"/>
                  </a:ext>
                </a:extLst>
              </a:tr>
              <a:tr h="824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Outcome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Tangible/intangible 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Repeatable 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Unique deliverable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205566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2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6C17A-45E9-49DD-0C3D-82C48D4B4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3E39D-DD79-4266-CA5A-C799243C2038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Project vs product vs process</a:t>
            </a:r>
            <a:endParaRPr lang="en-P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1E93DB-E561-64F7-CA60-CCDB3BAF0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Requirements of process ?</a:t>
            </a:r>
          </a:p>
          <a:p>
            <a:r>
              <a:rPr lang="en-US" sz="3600" dirty="0"/>
              <a:t>Requirement of product ?</a:t>
            </a:r>
          </a:p>
          <a:p>
            <a:r>
              <a:rPr lang="en-US" sz="3600" dirty="0"/>
              <a:t>Requirement of project ?</a:t>
            </a:r>
            <a:endParaRPr lang="en-PK" sz="3600" dirty="0"/>
          </a:p>
        </p:txBody>
      </p:sp>
    </p:spTree>
    <p:extLst>
      <p:ext uri="{BB962C8B-B14F-4D97-AF65-F5344CB8AC3E}">
        <p14:creationId xmlns:p14="http://schemas.microsoft.com/office/powerpoint/2010/main" val="1012599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91492-1B10-BEAD-F39D-BB9285C9A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for inaccurate, missed, assumed requirements</a:t>
            </a:r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EDC57F-84A1-36E4-7045-23EF9E1DED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2263528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6757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9E0AA-AC6B-DFD0-2E20-11D2CAD0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Stakeholders ?</a:t>
            </a:r>
            <a:br>
              <a:rPr lang="en-PK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E3A31-B30B-4C38-4C7F-CAEFF7AE9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51824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DFDCA-8C71-9C51-8A0E-2EA1EDA49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Elicitation techniques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6667B-D795-30FA-7731-2E9B6BB82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Observations</a:t>
            </a:r>
          </a:p>
          <a:p>
            <a:r>
              <a:rPr lang="en-US" dirty="0"/>
              <a:t> Brainstorming </a:t>
            </a:r>
          </a:p>
          <a:p>
            <a:r>
              <a:rPr lang="en-US" dirty="0"/>
              <a:t>Other……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57963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4F368-8FC1-1D73-1DE9-678F05DA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8DE3B-047D-766A-0CDE-4BFA65EE8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Refinement of raw information…….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96614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70AA3-22AE-2439-0690-75512D951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79542-23EB-680B-9441-4886796B3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Formal ways : SRS</a:t>
            </a:r>
          </a:p>
          <a:p>
            <a:r>
              <a:rPr lang="en-US" dirty="0"/>
              <a:t>Informal ways … ?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92237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044E-92F0-68B4-43B4-FB8DD8363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042D7-93B9-C62F-D5E6-D3B70F542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95779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1CE257-9C46-E8E2-A232-A214EEA305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3167913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8713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D26500-1841-97F3-9FE6-747256369E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3058024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927343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269</TotalTime>
  <Words>173</Words>
  <Application>Microsoft Office PowerPoint</Application>
  <PresentationFormat>Widescreen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Gill Sans MT</vt:lpstr>
      <vt:lpstr>Wingdings 2</vt:lpstr>
      <vt:lpstr>Dividend</vt:lpstr>
      <vt:lpstr>Introduction to Software Engineering</vt:lpstr>
      <vt:lpstr>LECTURE 3</vt:lpstr>
      <vt:lpstr>SDLC</vt:lpstr>
      <vt:lpstr>Previous lecture</vt:lpstr>
      <vt:lpstr>Project vs product vs process</vt:lpstr>
      <vt:lpstr>Project vs product vs process</vt:lpstr>
      <vt:lpstr>Solution for inaccurate, missed, assumed requirements</vt:lpstr>
      <vt:lpstr>Stakeholders ? </vt:lpstr>
      <vt:lpstr>Elicitation techniques</vt:lpstr>
      <vt:lpstr>analysis</vt:lpstr>
      <vt:lpstr>specification</vt:lpstr>
      <vt:lpstr>validation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haroon</dc:creator>
  <cp:lastModifiedBy>omar haroon</cp:lastModifiedBy>
  <cp:revision>16</cp:revision>
  <dcterms:created xsi:type="dcterms:W3CDTF">2025-08-27T06:29:24Z</dcterms:created>
  <dcterms:modified xsi:type="dcterms:W3CDTF">2025-09-03T09:05:15Z</dcterms:modified>
</cp:coreProperties>
</file>