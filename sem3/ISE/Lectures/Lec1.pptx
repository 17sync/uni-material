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89F0F2-5408-422C-93AA-86289E53677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0EB39D8B-5F74-4DF4-8A78-B37123BE8EAA}">
      <dgm:prSet phldrT="[Text]"/>
      <dgm:spPr/>
      <dgm:t>
        <a:bodyPr/>
        <a:lstStyle/>
        <a:p>
          <a:r>
            <a:rPr lang="en-US" dirty="0"/>
            <a:t>Requirements</a:t>
          </a:r>
          <a:endParaRPr lang="en-PK" dirty="0"/>
        </a:p>
      </dgm:t>
    </dgm:pt>
    <dgm:pt modelId="{FB3E5C18-EFE9-445B-8661-D434EA9A13F8}" type="parTrans" cxnId="{668DAC5C-9016-4237-BB25-4D121288125B}">
      <dgm:prSet/>
      <dgm:spPr/>
      <dgm:t>
        <a:bodyPr/>
        <a:lstStyle/>
        <a:p>
          <a:endParaRPr lang="en-PK"/>
        </a:p>
      </dgm:t>
    </dgm:pt>
    <dgm:pt modelId="{0DD35BD2-D585-4F6C-AA7D-C9F303D8ADE1}" type="sibTrans" cxnId="{668DAC5C-9016-4237-BB25-4D121288125B}">
      <dgm:prSet/>
      <dgm:spPr/>
      <dgm:t>
        <a:bodyPr/>
        <a:lstStyle/>
        <a:p>
          <a:endParaRPr lang="en-PK"/>
        </a:p>
      </dgm:t>
    </dgm:pt>
    <dgm:pt modelId="{3B6BFA35-92E5-4E9B-A0BB-BA08AF14D435}">
      <dgm:prSet phldrT="[Text]"/>
      <dgm:spPr/>
      <dgm:t>
        <a:bodyPr/>
        <a:lstStyle/>
        <a:p>
          <a:r>
            <a:rPr lang="en-US" dirty="0"/>
            <a:t>Construction &amp; Development</a:t>
          </a:r>
          <a:endParaRPr lang="en-PK" dirty="0"/>
        </a:p>
      </dgm:t>
    </dgm:pt>
    <dgm:pt modelId="{83D53F1A-20E2-4D49-8C5D-7D28B26E4B2A}" type="parTrans" cxnId="{E2642862-F878-4313-B085-376185DAEDAD}">
      <dgm:prSet/>
      <dgm:spPr/>
      <dgm:t>
        <a:bodyPr/>
        <a:lstStyle/>
        <a:p>
          <a:endParaRPr lang="en-PK"/>
        </a:p>
      </dgm:t>
    </dgm:pt>
    <dgm:pt modelId="{072C8437-C887-4259-A95A-795251809BCD}" type="sibTrans" cxnId="{E2642862-F878-4313-B085-376185DAEDAD}">
      <dgm:prSet/>
      <dgm:spPr/>
      <dgm:t>
        <a:bodyPr/>
        <a:lstStyle/>
        <a:p>
          <a:endParaRPr lang="en-PK"/>
        </a:p>
      </dgm:t>
    </dgm:pt>
    <dgm:pt modelId="{7E0ABB8C-29AC-4C79-8A0B-A3091C08FC9B}">
      <dgm:prSet phldrT="[Text]"/>
      <dgm:spPr/>
      <dgm:t>
        <a:bodyPr/>
        <a:lstStyle/>
        <a:p>
          <a:r>
            <a:rPr lang="en-US" dirty="0"/>
            <a:t>Quality(Testing)</a:t>
          </a:r>
          <a:endParaRPr lang="en-PK" dirty="0"/>
        </a:p>
      </dgm:t>
    </dgm:pt>
    <dgm:pt modelId="{67059D6E-72CB-45C4-ACEE-18D18001A86A}" type="parTrans" cxnId="{D50DB56E-E02B-461D-9285-A7AFD10D7D75}">
      <dgm:prSet/>
      <dgm:spPr/>
      <dgm:t>
        <a:bodyPr/>
        <a:lstStyle/>
        <a:p>
          <a:endParaRPr lang="en-PK"/>
        </a:p>
      </dgm:t>
    </dgm:pt>
    <dgm:pt modelId="{C606E3B2-B0C6-41F1-A64C-D8A9985C62DD}" type="sibTrans" cxnId="{D50DB56E-E02B-461D-9285-A7AFD10D7D75}">
      <dgm:prSet/>
      <dgm:spPr/>
      <dgm:t>
        <a:bodyPr/>
        <a:lstStyle/>
        <a:p>
          <a:endParaRPr lang="en-PK"/>
        </a:p>
      </dgm:t>
    </dgm:pt>
    <dgm:pt modelId="{14D2F697-A4A7-4E18-88B5-0E6C7B85C728}">
      <dgm:prSet phldrT="[Text]"/>
      <dgm:spPr/>
      <dgm:t>
        <a:bodyPr/>
        <a:lstStyle/>
        <a:p>
          <a:r>
            <a:rPr lang="en-US" dirty="0"/>
            <a:t>Deployment</a:t>
          </a:r>
          <a:endParaRPr lang="en-PK" dirty="0"/>
        </a:p>
      </dgm:t>
    </dgm:pt>
    <dgm:pt modelId="{748BE825-524A-4F1E-8060-856549B9357A}" type="parTrans" cxnId="{B170726E-98D7-48C2-973D-7B6DA3690E7A}">
      <dgm:prSet/>
      <dgm:spPr/>
      <dgm:t>
        <a:bodyPr/>
        <a:lstStyle/>
        <a:p>
          <a:endParaRPr lang="en-PK"/>
        </a:p>
      </dgm:t>
    </dgm:pt>
    <dgm:pt modelId="{C1493EFC-10A1-4283-905F-6B2DB3F0E32C}" type="sibTrans" cxnId="{B170726E-98D7-48C2-973D-7B6DA3690E7A}">
      <dgm:prSet/>
      <dgm:spPr/>
      <dgm:t>
        <a:bodyPr/>
        <a:lstStyle/>
        <a:p>
          <a:endParaRPr lang="en-PK"/>
        </a:p>
      </dgm:t>
    </dgm:pt>
    <dgm:pt modelId="{E5D8AFEF-72C3-4433-911E-9C4931BB2E80}">
      <dgm:prSet phldrT="[Text]"/>
      <dgm:spPr/>
      <dgm:t>
        <a:bodyPr/>
        <a:lstStyle/>
        <a:p>
          <a:r>
            <a:rPr lang="en-US" dirty="0"/>
            <a:t>Maintenance</a:t>
          </a:r>
          <a:endParaRPr lang="en-PK" dirty="0"/>
        </a:p>
      </dgm:t>
    </dgm:pt>
    <dgm:pt modelId="{24C3882C-967D-46F5-BD00-62A4307B46B7}" type="parTrans" cxnId="{2C73DE32-A20F-4198-AA61-9CF89106FABF}">
      <dgm:prSet/>
      <dgm:spPr/>
      <dgm:t>
        <a:bodyPr/>
        <a:lstStyle/>
        <a:p>
          <a:endParaRPr lang="en-PK"/>
        </a:p>
      </dgm:t>
    </dgm:pt>
    <dgm:pt modelId="{32130071-D73B-4C77-9731-9A9C3D7B2735}" type="sibTrans" cxnId="{2C73DE32-A20F-4198-AA61-9CF89106FABF}">
      <dgm:prSet/>
      <dgm:spPr/>
      <dgm:t>
        <a:bodyPr/>
        <a:lstStyle/>
        <a:p>
          <a:endParaRPr lang="en-PK"/>
        </a:p>
      </dgm:t>
    </dgm:pt>
    <dgm:pt modelId="{F10B75E0-1D22-4F19-91E8-96D9AF5AF739}">
      <dgm:prSet phldrT="[Text]"/>
      <dgm:spPr/>
      <dgm:t>
        <a:bodyPr/>
        <a:lstStyle/>
        <a:p>
          <a:r>
            <a:rPr lang="en-US" dirty="0"/>
            <a:t>Design and Architecture</a:t>
          </a:r>
          <a:endParaRPr lang="en-PK" dirty="0"/>
        </a:p>
      </dgm:t>
    </dgm:pt>
    <dgm:pt modelId="{720FA241-6348-4C8B-B7F3-792E24885041}" type="parTrans" cxnId="{201B67FC-65BA-477A-B355-1F26A231D967}">
      <dgm:prSet/>
      <dgm:spPr/>
      <dgm:t>
        <a:bodyPr/>
        <a:lstStyle/>
        <a:p>
          <a:endParaRPr lang="en-PK"/>
        </a:p>
      </dgm:t>
    </dgm:pt>
    <dgm:pt modelId="{8547A77A-761B-4D36-97AC-51D25C143CDE}" type="sibTrans" cxnId="{201B67FC-65BA-477A-B355-1F26A231D967}">
      <dgm:prSet/>
      <dgm:spPr/>
      <dgm:t>
        <a:bodyPr/>
        <a:lstStyle/>
        <a:p>
          <a:endParaRPr lang="en-PK"/>
        </a:p>
      </dgm:t>
    </dgm:pt>
    <dgm:pt modelId="{31494969-AEA2-4236-99D8-419A0C152515}" type="pres">
      <dgm:prSet presAssocID="{E189F0F2-5408-422C-93AA-86289E536772}" presName="Name0" presStyleCnt="0">
        <dgm:presLayoutVars>
          <dgm:dir/>
          <dgm:resizeHandles val="exact"/>
        </dgm:presLayoutVars>
      </dgm:prSet>
      <dgm:spPr/>
    </dgm:pt>
    <dgm:pt modelId="{80504317-5F94-43F9-AF35-0453DFEBB690}" type="pres">
      <dgm:prSet presAssocID="{0EB39D8B-5F74-4DF4-8A78-B37123BE8EAA}" presName="node" presStyleLbl="node1" presStyleIdx="0" presStyleCnt="6">
        <dgm:presLayoutVars>
          <dgm:bulletEnabled val="1"/>
        </dgm:presLayoutVars>
      </dgm:prSet>
      <dgm:spPr/>
    </dgm:pt>
    <dgm:pt modelId="{0CC4AA5B-D66B-4996-8966-84456A168205}" type="pres">
      <dgm:prSet presAssocID="{0DD35BD2-D585-4F6C-AA7D-C9F303D8ADE1}" presName="sibTrans" presStyleLbl="sibTrans2D1" presStyleIdx="0" presStyleCnt="5"/>
      <dgm:spPr/>
    </dgm:pt>
    <dgm:pt modelId="{AB81D2CE-0E8D-4B8A-B9F1-9523A2D85FF9}" type="pres">
      <dgm:prSet presAssocID="{0DD35BD2-D585-4F6C-AA7D-C9F303D8ADE1}" presName="connectorText" presStyleLbl="sibTrans2D1" presStyleIdx="0" presStyleCnt="5"/>
      <dgm:spPr/>
    </dgm:pt>
    <dgm:pt modelId="{9C128432-3613-4D4C-8156-C52AD87F0C47}" type="pres">
      <dgm:prSet presAssocID="{F10B75E0-1D22-4F19-91E8-96D9AF5AF739}" presName="node" presStyleLbl="node1" presStyleIdx="1" presStyleCnt="6">
        <dgm:presLayoutVars>
          <dgm:bulletEnabled val="1"/>
        </dgm:presLayoutVars>
      </dgm:prSet>
      <dgm:spPr/>
    </dgm:pt>
    <dgm:pt modelId="{96291B64-5452-42A2-BB35-6E49DC1872EE}" type="pres">
      <dgm:prSet presAssocID="{8547A77A-761B-4D36-97AC-51D25C143CDE}" presName="sibTrans" presStyleLbl="sibTrans2D1" presStyleIdx="1" presStyleCnt="5"/>
      <dgm:spPr/>
    </dgm:pt>
    <dgm:pt modelId="{0EEA5887-5109-4730-A5EC-343209124987}" type="pres">
      <dgm:prSet presAssocID="{8547A77A-761B-4D36-97AC-51D25C143CDE}" presName="connectorText" presStyleLbl="sibTrans2D1" presStyleIdx="1" presStyleCnt="5"/>
      <dgm:spPr/>
    </dgm:pt>
    <dgm:pt modelId="{92597A2E-0F40-4F1B-B614-DB4DC9C422A1}" type="pres">
      <dgm:prSet presAssocID="{3B6BFA35-92E5-4E9B-A0BB-BA08AF14D435}" presName="node" presStyleLbl="node1" presStyleIdx="2" presStyleCnt="6">
        <dgm:presLayoutVars>
          <dgm:bulletEnabled val="1"/>
        </dgm:presLayoutVars>
      </dgm:prSet>
      <dgm:spPr/>
    </dgm:pt>
    <dgm:pt modelId="{E6897CD5-7E3F-482F-9F48-FBF8C59D04C8}" type="pres">
      <dgm:prSet presAssocID="{072C8437-C887-4259-A95A-795251809BCD}" presName="sibTrans" presStyleLbl="sibTrans2D1" presStyleIdx="2" presStyleCnt="5"/>
      <dgm:spPr/>
    </dgm:pt>
    <dgm:pt modelId="{4F5D4C22-A062-4E55-BBD2-76DDBD1963BC}" type="pres">
      <dgm:prSet presAssocID="{072C8437-C887-4259-A95A-795251809BCD}" presName="connectorText" presStyleLbl="sibTrans2D1" presStyleIdx="2" presStyleCnt="5"/>
      <dgm:spPr/>
    </dgm:pt>
    <dgm:pt modelId="{903DD7B7-F8AC-4DFF-9413-F3131790F3DC}" type="pres">
      <dgm:prSet presAssocID="{7E0ABB8C-29AC-4C79-8A0B-A3091C08FC9B}" presName="node" presStyleLbl="node1" presStyleIdx="3" presStyleCnt="6">
        <dgm:presLayoutVars>
          <dgm:bulletEnabled val="1"/>
        </dgm:presLayoutVars>
      </dgm:prSet>
      <dgm:spPr/>
    </dgm:pt>
    <dgm:pt modelId="{31EFB395-CF02-4F76-95FF-8736CAFAF613}" type="pres">
      <dgm:prSet presAssocID="{C606E3B2-B0C6-41F1-A64C-D8A9985C62DD}" presName="sibTrans" presStyleLbl="sibTrans2D1" presStyleIdx="3" presStyleCnt="5"/>
      <dgm:spPr/>
    </dgm:pt>
    <dgm:pt modelId="{BDB2071D-B7B2-406C-B67B-601A219E5C34}" type="pres">
      <dgm:prSet presAssocID="{C606E3B2-B0C6-41F1-A64C-D8A9985C62DD}" presName="connectorText" presStyleLbl="sibTrans2D1" presStyleIdx="3" presStyleCnt="5"/>
      <dgm:spPr/>
    </dgm:pt>
    <dgm:pt modelId="{B6FE8FD3-1E27-4B8F-BA5E-8AB434B551A9}" type="pres">
      <dgm:prSet presAssocID="{14D2F697-A4A7-4E18-88B5-0E6C7B85C728}" presName="node" presStyleLbl="node1" presStyleIdx="4" presStyleCnt="6">
        <dgm:presLayoutVars>
          <dgm:bulletEnabled val="1"/>
        </dgm:presLayoutVars>
      </dgm:prSet>
      <dgm:spPr/>
    </dgm:pt>
    <dgm:pt modelId="{655C2658-71AD-48A9-B576-5FFCF42DB143}" type="pres">
      <dgm:prSet presAssocID="{C1493EFC-10A1-4283-905F-6B2DB3F0E32C}" presName="sibTrans" presStyleLbl="sibTrans2D1" presStyleIdx="4" presStyleCnt="5"/>
      <dgm:spPr/>
    </dgm:pt>
    <dgm:pt modelId="{7DF9F122-2F8F-4DCA-9DFA-ACEB7D3A5DB4}" type="pres">
      <dgm:prSet presAssocID="{C1493EFC-10A1-4283-905F-6B2DB3F0E32C}" presName="connectorText" presStyleLbl="sibTrans2D1" presStyleIdx="4" presStyleCnt="5"/>
      <dgm:spPr/>
    </dgm:pt>
    <dgm:pt modelId="{CC788886-0259-4574-B871-65A2379E08CE}" type="pres">
      <dgm:prSet presAssocID="{E5D8AFEF-72C3-4433-911E-9C4931BB2E80}" presName="node" presStyleLbl="node1" presStyleIdx="5" presStyleCnt="6">
        <dgm:presLayoutVars>
          <dgm:bulletEnabled val="1"/>
        </dgm:presLayoutVars>
      </dgm:prSet>
      <dgm:spPr/>
    </dgm:pt>
  </dgm:ptLst>
  <dgm:cxnLst>
    <dgm:cxn modelId="{B7AC6401-C301-44DE-90C7-482B2A7A16F5}" type="presOf" srcId="{7E0ABB8C-29AC-4C79-8A0B-A3091C08FC9B}" destId="{903DD7B7-F8AC-4DFF-9413-F3131790F3DC}" srcOrd="0" destOrd="0" presId="urn:microsoft.com/office/officeart/2005/8/layout/process1"/>
    <dgm:cxn modelId="{48E6A108-B795-487B-9779-3BB22D70C23C}" type="presOf" srcId="{0DD35BD2-D585-4F6C-AA7D-C9F303D8ADE1}" destId="{AB81D2CE-0E8D-4B8A-B9F1-9523A2D85FF9}" srcOrd="1" destOrd="0" presId="urn:microsoft.com/office/officeart/2005/8/layout/process1"/>
    <dgm:cxn modelId="{B9B34D09-6794-45FD-8809-C1C5DDF0C9A7}" type="presOf" srcId="{0DD35BD2-D585-4F6C-AA7D-C9F303D8ADE1}" destId="{0CC4AA5B-D66B-4996-8966-84456A168205}" srcOrd="0" destOrd="0" presId="urn:microsoft.com/office/officeart/2005/8/layout/process1"/>
    <dgm:cxn modelId="{243BD711-F026-4AFC-9D84-8D74641F21EE}" type="presOf" srcId="{14D2F697-A4A7-4E18-88B5-0E6C7B85C728}" destId="{B6FE8FD3-1E27-4B8F-BA5E-8AB434B551A9}" srcOrd="0" destOrd="0" presId="urn:microsoft.com/office/officeart/2005/8/layout/process1"/>
    <dgm:cxn modelId="{2C73DE32-A20F-4198-AA61-9CF89106FABF}" srcId="{E189F0F2-5408-422C-93AA-86289E536772}" destId="{E5D8AFEF-72C3-4433-911E-9C4931BB2E80}" srcOrd="5" destOrd="0" parTransId="{24C3882C-967D-46F5-BD00-62A4307B46B7}" sibTransId="{32130071-D73B-4C77-9731-9A9C3D7B2735}"/>
    <dgm:cxn modelId="{040EA45B-0D6B-47A6-A17A-40D971786132}" type="presOf" srcId="{072C8437-C887-4259-A95A-795251809BCD}" destId="{E6897CD5-7E3F-482F-9F48-FBF8C59D04C8}" srcOrd="0" destOrd="0" presId="urn:microsoft.com/office/officeart/2005/8/layout/process1"/>
    <dgm:cxn modelId="{668DAC5C-9016-4237-BB25-4D121288125B}" srcId="{E189F0F2-5408-422C-93AA-86289E536772}" destId="{0EB39D8B-5F74-4DF4-8A78-B37123BE8EAA}" srcOrd="0" destOrd="0" parTransId="{FB3E5C18-EFE9-445B-8661-D434EA9A13F8}" sibTransId="{0DD35BD2-D585-4F6C-AA7D-C9F303D8ADE1}"/>
    <dgm:cxn modelId="{E2642862-F878-4313-B085-376185DAEDAD}" srcId="{E189F0F2-5408-422C-93AA-86289E536772}" destId="{3B6BFA35-92E5-4E9B-A0BB-BA08AF14D435}" srcOrd="2" destOrd="0" parTransId="{83D53F1A-20E2-4D49-8C5D-7D28B26E4B2A}" sibTransId="{072C8437-C887-4259-A95A-795251809BCD}"/>
    <dgm:cxn modelId="{B170726E-98D7-48C2-973D-7B6DA3690E7A}" srcId="{E189F0F2-5408-422C-93AA-86289E536772}" destId="{14D2F697-A4A7-4E18-88B5-0E6C7B85C728}" srcOrd="4" destOrd="0" parTransId="{748BE825-524A-4F1E-8060-856549B9357A}" sibTransId="{C1493EFC-10A1-4283-905F-6B2DB3F0E32C}"/>
    <dgm:cxn modelId="{D50DB56E-E02B-461D-9285-A7AFD10D7D75}" srcId="{E189F0F2-5408-422C-93AA-86289E536772}" destId="{7E0ABB8C-29AC-4C79-8A0B-A3091C08FC9B}" srcOrd="3" destOrd="0" parTransId="{67059D6E-72CB-45C4-ACEE-18D18001A86A}" sibTransId="{C606E3B2-B0C6-41F1-A64C-D8A9985C62DD}"/>
    <dgm:cxn modelId="{6814C67D-E7FA-49F9-A1D3-713C9F90E38E}" type="presOf" srcId="{C1493EFC-10A1-4283-905F-6B2DB3F0E32C}" destId="{7DF9F122-2F8F-4DCA-9DFA-ACEB7D3A5DB4}" srcOrd="1" destOrd="0" presId="urn:microsoft.com/office/officeart/2005/8/layout/process1"/>
    <dgm:cxn modelId="{68311280-2CA3-464D-A749-8C3CC5339634}" type="presOf" srcId="{F10B75E0-1D22-4F19-91E8-96D9AF5AF739}" destId="{9C128432-3613-4D4C-8156-C52AD87F0C47}" srcOrd="0" destOrd="0" presId="urn:microsoft.com/office/officeart/2005/8/layout/process1"/>
    <dgm:cxn modelId="{666BF08B-3D79-4310-89F5-5A355FB93F9A}" type="presOf" srcId="{C606E3B2-B0C6-41F1-A64C-D8A9985C62DD}" destId="{BDB2071D-B7B2-406C-B67B-601A219E5C34}" srcOrd="1" destOrd="0" presId="urn:microsoft.com/office/officeart/2005/8/layout/process1"/>
    <dgm:cxn modelId="{69D7C598-D3A0-4E4C-9F7E-C13CBB63F9FF}" type="presOf" srcId="{072C8437-C887-4259-A95A-795251809BCD}" destId="{4F5D4C22-A062-4E55-BBD2-76DDBD1963BC}" srcOrd="1" destOrd="0" presId="urn:microsoft.com/office/officeart/2005/8/layout/process1"/>
    <dgm:cxn modelId="{7071339B-DCC7-468B-8B0D-E8EACB2428C6}" type="presOf" srcId="{8547A77A-761B-4D36-97AC-51D25C143CDE}" destId="{96291B64-5452-42A2-BB35-6E49DC1872EE}" srcOrd="0" destOrd="0" presId="urn:microsoft.com/office/officeart/2005/8/layout/process1"/>
    <dgm:cxn modelId="{57D488AC-D1A8-410A-ACDC-39327EBFE233}" type="presOf" srcId="{C1493EFC-10A1-4283-905F-6B2DB3F0E32C}" destId="{655C2658-71AD-48A9-B576-5FFCF42DB143}" srcOrd="0" destOrd="0" presId="urn:microsoft.com/office/officeart/2005/8/layout/process1"/>
    <dgm:cxn modelId="{8C23F1C1-479D-4038-9357-5D0DEC70D429}" type="presOf" srcId="{8547A77A-761B-4D36-97AC-51D25C143CDE}" destId="{0EEA5887-5109-4730-A5EC-343209124987}" srcOrd="1" destOrd="0" presId="urn:microsoft.com/office/officeart/2005/8/layout/process1"/>
    <dgm:cxn modelId="{75960DCF-7697-472B-AE4D-486170011201}" type="presOf" srcId="{C606E3B2-B0C6-41F1-A64C-D8A9985C62DD}" destId="{31EFB395-CF02-4F76-95FF-8736CAFAF613}" srcOrd="0" destOrd="0" presId="urn:microsoft.com/office/officeart/2005/8/layout/process1"/>
    <dgm:cxn modelId="{5D7D27D9-EF5C-47AB-8BE9-CD27A1E4C96F}" type="presOf" srcId="{E5D8AFEF-72C3-4433-911E-9C4931BB2E80}" destId="{CC788886-0259-4574-B871-65A2379E08CE}" srcOrd="0" destOrd="0" presId="urn:microsoft.com/office/officeart/2005/8/layout/process1"/>
    <dgm:cxn modelId="{8251C9DE-ADA0-4922-93BE-162C903DDFBF}" type="presOf" srcId="{E189F0F2-5408-422C-93AA-86289E536772}" destId="{31494969-AEA2-4236-99D8-419A0C152515}" srcOrd="0" destOrd="0" presId="urn:microsoft.com/office/officeart/2005/8/layout/process1"/>
    <dgm:cxn modelId="{373082EC-E00C-4BAA-8452-4A0434D21781}" type="presOf" srcId="{0EB39D8B-5F74-4DF4-8A78-B37123BE8EAA}" destId="{80504317-5F94-43F9-AF35-0453DFEBB690}" srcOrd="0" destOrd="0" presId="urn:microsoft.com/office/officeart/2005/8/layout/process1"/>
    <dgm:cxn modelId="{6C7F1DFB-0258-496C-9D9A-ACF32378B20B}" type="presOf" srcId="{3B6BFA35-92E5-4E9B-A0BB-BA08AF14D435}" destId="{92597A2E-0F40-4F1B-B614-DB4DC9C422A1}" srcOrd="0" destOrd="0" presId="urn:microsoft.com/office/officeart/2005/8/layout/process1"/>
    <dgm:cxn modelId="{201B67FC-65BA-477A-B355-1F26A231D967}" srcId="{E189F0F2-5408-422C-93AA-86289E536772}" destId="{F10B75E0-1D22-4F19-91E8-96D9AF5AF739}" srcOrd="1" destOrd="0" parTransId="{720FA241-6348-4C8B-B7F3-792E24885041}" sibTransId="{8547A77A-761B-4D36-97AC-51D25C143CDE}"/>
    <dgm:cxn modelId="{6AA26411-CDE4-427C-8493-8E81F3CA477C}" type="presParOf" srcId="{31494969-AEA2-4236-99D8-419A0C152515}" destId="{80504317-5F94-43F9-AF35-0453DFEBB690}" srcOrd="0" destOrd="0" presId="urn:microsoft.com/office/officeart/2005/8/layout/process1"/>
    <dgm:cxn modelId="{392A257F-0D3B-4307-A07E-6B7924E3BA33}" type="presParOf" srcId="{31494969-AEA2-4236-99D8-419A0C152515}" destId="{0CC4AA5B-D66B-4996-8966-84456A168205}" srcOrd="1" destOrd="0" presId="urn:microsoft.com/office/officeart/2005/8/layout/process1"/>
    <dgm:cxn modelId="{AEC1B53C-6227-4483-B64D-06F17452B01D}" type="presParOf" srcId="{0CC4AA5B-D66B-4996-8966-84456A168205}" destId="{AB81D2CE-0E8D-4B8A-B9F1-9523A2D85FF9}" srcOrd="0" destOrd="0" presId="urn:microsoft.com/office/officeart/2005/8/layout/process1"/>
    <dgm:cxn modelId="{BF777BDE-3D59-41AA-9118-DBDD467D9CC1}" type="presParOf" srcId="{31494969-AEA2-4236-99D8-419A0C152515}" destId="{9C128432-3613-4D4C-8156-C52AD87F0C47}" srcOrd="2" destOrd="0" presId="urn:microsoft.com/office/officeart/2005/8/layout/process1"/>
    <dgm:cxn modelId="{43D57EFD-BF95-42BE-AC4D-D321264BCF90}" type="presParOf" srcId="{31494969-AEA2-4236-99D8-419A0C152515}" destId="{96291B64-5452-42A2-BB35-6E49DC1872EE}" srcOrd="3" destOrd="0" presId="urn:microsoft.com/office/officeart/2005/8/layout/process1"/>
    <dgm:cxn modelId="{554AC210-DCAB-48FF-B57F-C4594481842F}" type="presParOf" srcId="{96291B64-5452-42A2-BB35-6E49DC1872EE}" destId="{0EEA5887-5109-4730-A5EC-343209124987}" srcOrd="0" destOrd="0" presId="urn:microsoft.com/office/officeart/2005/8/layout/process1"/>
    <dgm:cxn modelId="{23B30CD2-F05F-47F3-8352-E02848A83DCB}" type="presParOf" srcId="{31494969-AEA2-4236-99D8-419A0C152515}" destId="{92597A2E-0F40-4F1B-B614-DB4DC9C422A1}" srcOrd="4" destOrd="0" presId="urn:microsoft.com/office/officeart/2005/8/layout/process1"/>
    <dgm:cxn modelId="{74E1FBE4-6A0E-449B-B6BC-6BCE46A01C77}" type="presParOf" srcId="{31494969-AEA2-4236-99D8-419A0C152515}" destId="{E6897CD5-7E3F-482F-9F48-FBF8C59D04C8}" srcOrd="5" destOrd="0" presId="urn:microsoft.com/office/officeart/2005/8/layout/process1"/>
    <dgm:cxn modelId="{F2FB0CC9-7F69-482A-83CF-C1A1405FC871}" type="presParOf" srcId="{E6897CD5-7E3F-482F-9F48-FBF8C59D04C8}" destId="{4F5D4C22-A062-4E55-BBD2-76DDBD1963BC}" srcOrd="0" destOrd="0" presId="urn:microsoft.com/office/officeart/2005/8/layout/process1"/>
    <dgm:cxn modelId="{F294581B-044D-48C4-8112-1DE6BA2FBD55}" type="presParOf" srcId="{31494969-AEA2-4236-99D8-419A0C152515}" destId="{903DD7B7-F8AC-4DFF-9413-F3131790F3DC}" srcOrd="6" destOrd="0" presId="urn:microsoft.com/office/officeart/2005/8/layout/process1"/>
    <dgm:cxn modelId="{7969BA3E-BC2B-41AB-8189-B6B2296825DE}" type="presParOf" srcId="{31494969-AEA2-4236-99D8-419A0C152515}" destId="{31EFB395-CF02-4F76-95FF-8736CAFAF613}" srcOrd="7" destOrd="0" presId="urn:microsoft.com/office/officeart/2005/8/layout/process1"/>
    <dgm:cxn modelId="{0E7D8126-67E1-47C3-9AC4-471F4F6E6343}" type="presParOf" srcId="{31EFB395-CF02-4F76-95FF-8736CAFAF613}" destId="{BDB2071D-B7B2-406C-B67B-601A219E5C34}" srcOrd="0" destOrd="0" presId="urn:microsoft.com/office/officeart/2005/8/layout/process1"/>
    <dgm:cxn modelId="{91CDE096-622F-4174-A964-A70CBD5B50E4}" type="presParOf" srcId="{31494969-AEA2-4236-99D8-419A0C152515}" destId="{B6FE8FD3-1E27-4B8F-BA5E-8AB434B551A9}" srcOrd="8" destOrd="0" presId="urn:microsoft.com/office/officeart/2005/8/layout/process1"/>
    <dgm:cxn modelId="{A46F920A-7F09-4CAC-B70B-0756BA117EBC}" type="presParOf" srcId="{31494969-AEA2-4236-99D8-419A0C152515}" destId="{655C2658-71AD-48A9-B576-5FFCF42DB143}" srcOrd="9" destOrd="0" presId="urn:microsoft.com/office/officeart/2005/8/layout/process1"/>
    <dgm:cxn modelId="{6FF4F6BB-3BAA-4537-869F-03D9E9AC599F}" type="presParOf" srcId="{655C2658-71AD-48A9-B576-5FFCF42DB143}" destId="{7DF9F122-2F8F-4DCA-9DFA-ACEB7D3A5DB4}" srcOrd="0" destOrd="0" presId="urn:microsoft.com/office/officeart/2005/8/layout/process1"/>
    <dgm:cxn modelId="{02FB1DA5-1553-48B0-811F-3424E1845B05}" type="presParOf" srcId="{31494969-AEA2-4236-99D8-419A0C152515}" destId="{CC788886-0259-4574-B871-65A2379E08CE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504317-5F94-43F9-AF35-0453DFEBB690}">
      <dsp:nvSpPr>
        <dsp:cNvPr id="0" name=""/>
        <dsp:cNvSpPr/>
      </dsp:nvSpPr>
      <dsp:spPr>
        <a:xfrm>
          <a:off x="0" y="1425495"/>
          <a:ext cx="1378743" cy="8272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Requirements</a:t>
          </a:r>
          <a:endParaRPr lang="en-PK" sz="1400" kern="1200" dirty="0"/>
        </a:p>
      </dsp:txBody>
      <dsp:txXfrm>
        <a:off x="24229" y="1449724"/>
        <a:ext cx="1330285" cy="778788"/>
      </dsp:txXfrm>
    </dsp:sp>
    <dsp:sp modelId="{0CC4AA5B-D66B-4996-8966-84456A168205}">
      <dsp:nvSpPr>
        <dsp:cNvPr id="0" name=""/>
        <dsp:cNvSpPr/>
      </dsp:nvSpPr>
      <dsp:spPr>
        <a:xfrm>
          <a:off x="1516618" y="1668154"/>
          <a:ext cx="292293" cy="3419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100" kern="1200"/>
        </a:p>
      </dsp:txBody>
      <dsp:txXfrm>
        <a:off x="1516618" y="1736540"/>
        <a:ext cx="204605" cy="205156"/>
      </dsp:txXfrm>
    </dsp:sp>
    <dsp:sp modelId="{9C128432-3613-4D4C-8156-C52AD87F0C47}">
      <dsp:nvSpPr>
        <dsp:cNvPr id="0" name=""/>
        <dsp:cNvSpPr/>
      </dsp:nvSpPr>
      <dsp:spPr>
        <a:xfrm>
          <a:off x="1930241" y="1425495"/>
          <a:ext cx="1378743" cy="8272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Design and Architecture</a:t>
          </a:r>
          <a:endParaRPr lang="en-PK" sz="1400" kern="1200" dirty="0"/>
        </a:p>
      </dsp:txBody>
      <dsp:txXfrm>
        <a:off x="1954470" y="1449724"/>
        <a:ext cx="1330285" cy="778788"/>
      </dsp:txXfrm>
    </dsp:sp>
    <dsp:sp modelId="{96291B64-5452-42A2-BB35-6E49DC1872EE}">
      <dsp:nvSpPr>
        <dsp:cNvPr id="0" name=""/>
        <dsp:cNvSpPr/>
      </dsp:nvSpPr>
      <dsp:spPr>
        <a:xfrm>
          <a:off x="3446859" y="1668154"/>
          <a:ext cx="292293" cy="3419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100" kern="1200"/>
        </a:p>
      </dsp:txBody>
      <dsp:txXfrm>
        <a:off x="3446859" y="1736540"/>
        <a:ext cx="204605" cy="205156"/>
      </dsp:txXfrm>
    </dsp:sp>
    <dsp:sp modelId="{92597A2E-0F40-4F1B-B614-DB4DC9C422A1}">
      <dsp:nvSpPr>
        <dsp:cNvPr id="0" name=""/>
        <dsp:cNvSpPr/>
      </dsp:nvSpPr>
      <dsp:spPr>
        <a:xfrm>
          <a:off x="3860482" y="1425495"/>
          <a:ext cx="1378743" cy="8272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Construction &amp; Development</a:t>
          </a:r>
          <a:endParaRPr lang="en-PK" sz="1400" kern="1200" dirty="0"/>
        </a:p>
      </dsp:txBody>
      <dsp:txXfrm>
        <a:off x="3884711" y="1449724"/>
        <a:ext cx="1330285" cy="778788"/>
      </dsp:txXfrm>
    </dsp:sp>
    <dsp:sp modelId="{E6897CD5-7E3F-482F-9F48-FBF8C59D04C8}">
      <dsp:nvSpPr>
        <dsp:cNvPr id="0" name=""/>
        <dsp:cNvSpPr/>
      </dsp:nvSpPr>
      <dsp:spPr>
        <a:xfrm>
          <a:off x="5377100" y="1668154"/>
          <a:ext cx="292293" cy="3419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100" kern="1200"/>
        </a:p>
      </dsp:txBody>
      <dsp:txXfrm>
        <a:off x="5377100" y="1736540"/>
        <a:ext cx="204605" cy="205156"/>
      </dsp:txXfrm>
    </dsp:sp>
    <dsp:sp modelId="{903DD7B7-F8AC-4DFF-9413-F3131790F3DC}">
      <dsp:nvSpPr>
        <dsp:cNvPr id="0" name=""/>
        <dsp:cNvSpPr/>
      </dsp:nvSpPr>
      <dsp:spPr>
        <a:xfrm>
          <a:off x="5790723" y="1425495"/>
          <a:ext cx="1378743" cy="8272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Quality(Testing)</a:t>
          </a:r>
          <a:endParaRPr lang="en-PK" sz="1400" kern="1200" dirty="0"/>
        </a:p>
      </dsp:txBody>
      <dsp:txXfrm>
        <a:off x="5814952" y="1449724"/>
        <a:ext cx="1330285" cy="778788"/>
      </dsp:txXfrm>
    </dsp:sp>
    <dsp:sp modelId="{31EFB395-CF02-4F76-95FF-8736CAFAF613}">
      <dsp:nvSpPr>
        <dsp:cNvPr id="0" name=""/>
        <dsp:cNvSpPr/>
      </dsp:nvSpPr>
      <dsp:spPr>
        <a:xfrm>
          <a:off x="7307341" y="1668154"/>
          <a:ext cx="292293" cy="3419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100" kern="1200"/>
        </a:p>
      </dsp:txBody>
      <dsp:txXfrm>
        <a:off x="7307341" y="1736540"/>
        <a:ext cx="204605" cy="205156"/>
      </dsp:txXfrm>
    </dsp:sp>
    <dsp:sp modelId="{B6FE8FD3-1E27-4B8F-BA5E-8AB434B551A9}">
      <dsp:nvSpPr>
        <dsp:cNvPr id="0" name=""/>
        <dsp:cNvSpPr/>
      </dsp:nvSpPr>
      <dsp:spPr>
        <a:xfrm>
          <a:off x="7720965" y="1425495"/>
          <a:ext cx="1378743" cy="8272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Deployment</a:t>
          </a:r>
          <a:endParaRPr lang="en-PK" sz="1400" kern="1200" dirty="0"/>
        </a:p>
      </dsp:txBody>
      <dsp:txXfrm>
        <a:off x="7745194" y="1449724"/>
        <a:ext cx="1330285" cy="778788"/>
      </dsp:txXfrm>
    </dsp:sp>
    <dsp:sp modelId="{655C2658-71AD-48A9-B576-5FFCF42DB143}">
      <dsp:nvSpPr>
        <dsp:cNvPr id="0" name=""/>
        <dsp:cNvSpPr/>
      </dsp:nvSpPr>
      <dsp:spPr>
        <a:xfrm>
          <a:off x="9237583" y="1668154"/>
          <a:ext cx="292293" cy="3419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100" kern="1200"/>
        </a:p>
      </dsp:txBody>
      <dsp:txXfrm>
        <a:off x="9237583" y="1736540"/>
        <a:ext cx="204605" cy="205156"/>
      </dsp:txXfrm>
    </dsp:sp>
    <dsp:sp modelId="{CC788886-0259-4574-B871-65A2379E08CE}">
      <dsp:nvSpPr>
        <dsp:cNvPr id="0" name=""/>
        <dsp:cNvSpPr/>
      </dsp:nvSpPr>
      <dsp:spPr>
        <a:xfrm>
          <a:off x="9651206" y="1425495"/>
          <a:ext cx="1378743" cy="8272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Maintenance</a:t>
          </a:r>
          <a:endParaRPr lang="en-PK" sz="1400" kern="1200" dirty="0"/>
        </a:p>
      </dsp:txBody>
      <dsp:txXfrm>
        <a:off x="9675435" y="1449724"/>
        <a:ext cx="1330285" cy="7787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A3849E9-AF4A-4CAC-A7FC-B72F5F29BEBA}" type="datetimeFigureOut">
              <a:rPr lang="en-PK" smtClean="0"/>
              <a:t>27/08/2025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37797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49E9-AF4A-4CAC-A7FC-B72F5F29BEBA}" type="datetimeFigureOut">
              <a:rPr lang="en-PK" smtClean="0"/>
              <a:t>27/08/2025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64326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A3849E9-AF4A-4CAC-A7FC-B72F5F29BEBA}" type="datetimeFigureOut">
              <a:rPr lang="en-PK" smtClean="0"/>
              <a:t>27/08/2025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37533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49E9-AF4A-4CAC-A7FC-B72F5F29BEBA}" type="datetimeFigureOut">
              <a:rPr lang="en-PK" smtClean="0"/>
              <a:t>27/08/2025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40548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49E9-AF4A-4CAC-A7FC-B72F5F29BEBA}" type="datetimeFigureOut">
              <a:rPr lang="en-PK" smtClean="0"/>
              <a:t>27/08/2025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90608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49E9-AF4A-4CAC-A7FC-B72F5F29BEBA}" type="datetimeFigureOut">
              <a:rPr lang="en-PK" smtClean="0"/>
              <a:t>27/08/2025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82623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49E9-AF4A-4CAC-A7FC-B72F5F29BEBA}" type="datetimeFigureOut">
              <a:rPr lang="en-PK" smtClean="0"/>
              <a:t>27/08/2025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98366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A3849E9-AF4A-4CAC-A7FC-B72F5F29BEBA}" type="datetimeFigureOut">
              <a:rPr lang="en-PK" smtClean="0"/>
              <a:t>27/08/2025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12523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49E9-AF4A-4CAC-A7FC-B72F5F29BEBA}" type="datetimeFigureOut">
              <a:rPr lang="en-PK" smtClean="0"/>
              <a:t>27/08/2025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74570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49E9-AF4A-4CAC-A7FC-B72F5F29BEBA}" type="datetimeFigureOut">
              <a:rPr lang="en-PK" smtClean="0"/>
              <a:t>27/08/2025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0382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A3849E9-AF4A-4CAC-A7FC-B72F5F29BEBA}" type="datetimeFigureOut">
              <a:rPr lang="en-PK" smtClean="0"/>
              <a:t>27/08/2025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48957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A3849E9-AF4A-4CAC-A7FC-B72F5F29BEBA}" type="datetimeFigureOut">
              <a:rPr lang="en-PK" smtClean="0"/>
              <a:t>27/08/2025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56071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3CE94-1DBA-7036-87AC-8AF603F776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Software Engineering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321F7D-E5D4-757D-AFD9-C1BB3A85A0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Engr. Muhammad Umer Haroon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73022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5DA4E-59DA-1773-CB88-BF995D6CA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1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F3D18-7041-5C61-423F-69E9B7A7B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23341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A3BCC-1DE6-B450-103A-D660583D2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5735B-0677-8A1D-DA23-CCCCB53B4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vs Hardware</a:t>
            </a:r>
          </a:p>
          <a:p>
            <a:r>
              <a:rPr lang="en-US" dirty="0"/>
              <a:t>Introduction and overview of Software Engineering as a field</a:t>
            </a:r>
          </a:p>
          <a:p>
            <a:r>
              <a:rPr lang="en-US" dirty="0"/>
              <a:t>Software crisis</a:t>
            </a:r>
          </a:p>
          <a:p>
            <a:r>
              <a:rPr lang="en-US" dirty="0"/>
              <a:t>SDLC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217519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2A316-9AC9-D231-2A8B-04342E9BB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SDLC</a:t>
            </a:r>
            <a:endParaRPr lang="en-P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A85A19-55AD-8CF1-337F-3C8A3EADCE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5907389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2935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44DCB-A103-5EF9-BC6F-C35814654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AEA3C-E26A-9F97-179A-40A806C96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7438926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20</TotalTime>
  <Words>40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Gill Sans MT</vt:lpstr>
      <vt:lpstr>Wingdings 2</vt:lpstr>
      <vt:lpstr>Dividend</vt:lpstr>
      <vt:lpstr>Introduction to Software Engineering</vt:lpstr>
      <vt:lpstr>LECTURE 1</vt:lpstr>
      <vt:lpstr>PowerPoint Presentation</vt:lpstr>
      <vt:lpstr>SDLC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haroon</dc:creator>
  <cp:lastModifiedBy>omar haroon</cp:lastModifiedBy>
  <cp:revision>4</cp:revision>
  <dcterms:created xsi:type="dcterms:W3CDTF">2025-08-27T06:29:24Z</dcterms:created>
  <dcterms:modified xsi:type="dcterms:W3CDTF">2025-08-27T06:49:49Z</dcterms:modified>
</cp:coreProperties>
</file>